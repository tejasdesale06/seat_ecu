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9" r:id="rId5"/>
    <p:sldId id="261" r:id="rId6"/>
    <p:sldId id="260" r:id="rId7"/>
    <p:sldId id="262" r:id="rId8"/>
    <p:sldId id="263" r:id="rId9"/>
    <p:sldId id="265" r:id="rId10"/>
    <p:sldId id="266" r:id="rId11"/>
    <p:sldId id="267" r:id="rId12"/>
    <p:sldId id="268"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3C5B"/>
    <a:srgbClr val="00A0E3"/>
    <a:srgbClr val="FFCC00"/>
    <a:srgbClr val="222A35"/>
    <a:srgbClr val="084878"/>
    <a:srgbClr val="183C56"/>
    <a:srgbClr val="FC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324"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CE78EB-F7C9-4776-9E49-858226B1A47B}" type="doc">
      <dgm:prSet loTypeId="urn:microsoft.com/office/officeart/2008/layout/LinedList" loCatId="list" qsTypeId="urn:microsoft.com/office/officeart/2005/8/quickstyle/simple5" qsCatId="simple" csTypeId="urn:microsoft.com/office/officeart/2005/8/colors/accent1_2" csCatId="accent1" phldr="1"/>
      <dgm:spPr/>
      <dgm:t>
        <a:bodyPr/>
        <a:lstStyle/>
        <a:p>
          <a:endParaRPr lang="en-US"/>
        </a:p>
      </dgm:t>
    </dgm:pt>
    <dgm:pt modelId="{23BFCF6D-AAAA-41B6-9941-92BEC95E4870}">
      <dgm:prSet/>
      <dgm:spPr/>
      <dgm:t>
        <a:bodyPr/>
        <a:lstStyle/>
        <a:p>
          <a:r>
            <a:rPr lang="en-US" dirty="0"/>
            <a:t>A </a:t>
          </a:r>
          <a:r>
            <a:rPr lang="en-US" b="1" dirty="0"/>
            <a:t>Seat ECU (Electronic Control Unit)</a:t>
          </a:r>
          <a:r>
            <a:rPr lang="en-US" dirty="0"/>
            <a:t> is an embedded system in vehicles designed for adjusting the seat position (height, tilt, forward/backward), lumbar support, heating, and sometimes ventilation or massage functions. </a:t>
          </a:r>
        </a:p>
      </dgm:t>
    </dgm:pt>
    <dgm:pt modelId="{36066B15-0F68-4EE8-A32F-66C7B8120B79}" type="parTrans" cxnId="{254FCDA2-80D9-4F35-B101-C0842A3CC5BF}">
      <dgm:prSet/>
      <dgm:spPr/>
      <dgm:t>
        <a:bodyPr/>
        <a:lstStyle/>
        <a:p>
          <a:endParaRPr lang="en-US"/>
        </a:p>
      </dgm:t>
    </dgm:pt>
    <dgm:pt modelId="{4D79FE3A-793D-4306-AE7A-3A10C8872534}" type="sibTrans" cxnId="{254FCDA2-80D9-4F35-B101-C0842A3CC5BF}">
      <dgm:prSet/>
      <dgm:spPr/>
      <dgm:t>
        <a:bodyPr/>
        <a:lstStyle/>
        <a:p>
          <a:endParaRPr lang="en-US"/>
        </a:p>
      </dgm:t>
    </dgm:pt>
    <dgm:pt modelId="{017C8022-8342-4F2D-BCE6-C44DFF885632}">
      <dgm:prSet/>
      <dgm:spPr/>
      <dgm:t>
        <a:bodyPr/>
        <a:lstStyle/>
        <a:p>
          <a:r>
            <a:rPr lang="en-US" dirty="0"/>
            <a:t>The Seat ECU is crucial for enhancing comfort, reducing driver fatigue, and improving safety by enabling precise, customizable seat adjustments and integrating with safety systems in modern vehicles.</a:t>
          </a:r>
        </a:p>
      </dgm:t>
    </dgm:pt>
    <dgm:pt modelId="{234C83C0-AA0B-4EBD-94B7-E71A1A4D14BF}" type="parTrans" cxnId="{5E4E8FCE-D423-40BD-AFDD-9E46F84BF394}">
      <dgm:prSet/>
      <dgm:spPr/>
      <dgm:t>
        <a:bodyPr/>
        <a:lstStyle/>
        <a:p>
          <a:endParaRPr lang="en-US"/>
        </a:p>
      </dgm:t>
    </dgm:pt>
    <dgm:pt modelId="{A0A8EE22-762B-4466-8FED-93F467F20112}" type="sibTrans" cxnId="{5E4E8FCE-D423-40BD-AFDD-9E46F84BF394}">
      <dgm:prSet/>
      <dgm:spPr/>
      <dgm:t>
        <a:bodyPr/>
        <a:lstStyle/>
        <a:p>
          <a:endParaRPr lang="en-US"/>
        </a:p>
      </dgm:t>
    </dgm:pt>
    <dgm:pt modelId="{F9E2DD1F-0DE1-478A-90D1-F45A8DDDD9EA}">
      <dgm:prSet/>
      <dgm:spPr/>
      <dgm:t>
        <a:bodyPr/>
        <a:lstStyle/>
        <a:p>
          <a:r>
            <a:rPr lang="en-US" dirty="0"/>
            <a:t>The Seat ECU acts as the central processing unit, receiving inputs from the user (buttons or touch controls) and controlling motors, sensors, and actuators accordingly.</a:t>
          </a:r>
        </a:p>
      </dgm:t>
    </dgm:pt>
    <dgm:pt modelId="{C9274342-8EE4-43B9-864F-5B8F3F47ED64}" type="sibTrans" cxnId="{D09F07B4-6023-4E71-86A7-1D259373A1A0}">
      <dgm:prSet/>
      <dgm:spPr/>
      <dgm:t>
        <a:bodyPr/>
        <a:lstStyle/>
        <a:p>
          <a:endParaRPr lang="en-US"/>
        </a:p>
      </dgm:t>
    </dgm:pt>
    <dgm:pt modelId="{E05BD61B-FCC4-4F3C-B03F-21C4597E7D0D}" type="parTrans" cxnId="{D09F07B4-6023-4E71-86A7-1D259373A1A0}">
      <dgm:prSet/>
      <dgm:spPr/>
      <dgm:t>
        <a:bodyPr/>
        <a:lstStyle/>
        <a:p>
          <a:endParaRPr lang="en-US"/>
        </a:p>
      </dgm:t>
    </dgm:pt>
    <dgm:pt modelId="{1F295DF4-80C0-4A11-8415-328AAE0E98D0}" type="pres">
      <dgm:prSet presAssocID="{39CE78EB-F7C9-4776-9E49-858226B1A47B}" presName="vert0" presStyleCnt="0">
        <dgm:presLayoutVars>
          <dgm:dir/>
          <dgm:animOne val="branch"/>
          <dgm:animLvl val="lvl"/>
        </dgm:presLayoutVars>
      </dgm:prSet>
      <dgm:spPr/>
    </dgm:pt>
    <dgm:pt modelId="{747DC3CC-0175-4850-8001-03BC7EAB5A0F}" type="pres">
      <dgm:prSet presAssocID="{23BFCF6D-AAAA-41B6-9941-92BEC95E4870}" presName="thickLine" presStyleLbl="alignNode1" presStyleIdx="0" presStyleCnt="3"/>
      <dgm:spPr/>
    </dgm:pt>
    <dgm:pt modelId="{0F597F08-7A98-49D4-84B5-194B9139867F}" type="pres">
      <dgm:prSet presAssocID="{23BFCF6D-AAAA-41B6-9941-92BEC95E4870}" presName="horz1" presStyleCnt="0"/>
      <dgm:spPr/>
    </dgm:pt>
    <dgm:pt modelId="{A82BE6C7-9DD1-4844-9787-866788996FF0}" type="pres">
      <dgm:prSet presAssocID="{23BFCF6D-AAAA-41B6-9941-92BEC95E4870}" presName="tx1" presStyleLbl="revTx" presStyleIdx="0" presStyleCnt="3"/>
      <dgm:spPr/>
    </dgm:pt>
    <dgm:pt modelId="{E81FB832-AA35-4B82-AE9D-98CD52061837}" type="pres">
      <dgm:prSet presAssocID="{23BFCF6D-AAAA-41B6-9941-92BEC95E4870}" presName="vert1" presStyleCnt="0"/>
      <dgm:spPr/>
    </dgm:pt>
    <dgm:pt modelId="{0E861A77-D97D-4FE9-B922-A9C44745B910}" type="pres">
      <dgm:prSet presAssocID="{F9E2DD1F-0DE1-478A-90D1-F45A8DDDD9EA}" presName="thickLine" presStyleLbl="alignNode1" presStyleIdx="1" presStyleCnt="3"/>
      <dgm:spPr/>
    </dgm:pt>
    <dgm:pt modelId="{95A0E1C9-00D5-403E-86B2-4A803F9BBA02}" type="pres">
      <dgm:prSet presAssocID="{F9E2DD1F-0DE1-478A-90D1-F45A8DDDD9EA}" presName="horz1" presStyleCnt="0"/>
      <dgm:spPr/>
    </dgm:pt>
    <dgm:pt modelId="{8F092A37-007D-42C8-9BFB-F4AD65D75793}" type="pres">
      <dgm:prSet presAssocID="{F9E2DD1F-0DE1-478A-90D1-F45A8DDDD9EA}" presName="tx1" presStyleLbl="revTx" presStyleIdx="1" presStyleCnt="3"/>
      <dgm:spPr/>
    </dgm:pt>
    <dgm:pt modelId="{E96E458C-3484-423B-A97E-A817D16F616B}" type="pres">
      <dgm:prSet presAssocID="{F9E2DD1F-0DE1-478A-90D1-F45A8DDDD9EA}" presName="vert1" presStyleCnt="0"/>
      <dgm:spPr/>
    </dgm:pt>
    <dgm:pt modelId="{17245A2B-CD94-46EB-B0FF-AA8C8912DE86}" type="pres">
      <dgm:prSet presAssocID="{017C8022-8342-4F2D-BCE6-C44DFF885632}" presName="thickLine" presStyleLbl="alignNode1" presStyleIdx="2" presStyleCnt="3"/>
      <dgm:spPr/>
    </dgm:pt>
    <dgm:pt modelId="{1EADEFA6-9950-4B70-B6D8-1AEBC6CABCA5}" type="pres">
      <dgm:prSet presAssocID="{017C8022-8342-4F2D-BCE6-C44DFF885632}" presName="horz1" presStyleCnt="0"/>
      <dgm:spPr/>
    </dgm:pt>
    <dgm:pt modelId="{3033CF8B-3234-4468-88EE-C891F3837E59}" type="pres">
      <dgm:prSet presAssocID="{017C8022-8342-4F2D-BCE6-C44DFF885632}" presName="tx1" presStyleLbl="revTx" presStyleIdx="2" presStyleCnt="3"/>
      <dgm:spPr/>
    </dgm:pt>
    <dgm:pt modelId="{1DB34182-DC1F-433C-A869-85F497310590}" type="pres">
      <dgm:prSet presAssocID="{017C8022-8342-4F2D-BCE6-C44DFF885632}" presName="vert1" presStyleCnt="0"/>
      <dgm:spPr/>
    </dgm:pt>
  </dgm:ptLst>
  <dgm:cxnLst>
    <dgm:cxn modelId="{96565B0F-B263-430C-B7FE-4525906AE74E}" type="presOf" srcId="{F9E2DD1F-0DE1-478A-90D1-F45A8DDDD9EA}" destId="{8F092A37-007D-42C8-9BFB-F4AD65D75793}" srcOrd="0" destOrd="0" presId="urn:microsoft.com/office/officeart/2008/layout/LinedList"/>
    <dgm:cxn modelId="{BC762245-3A34-4A06-A982-C5F1A5750300}" type="presOf" srcId="{23BFCF6D-AAAA-41B6-9941-92BEC95E4870}" destId="{A82BE6C7-9DD1-4844-9787-866788996FF0}" srcOrd="0" destOrd="0" presId="urn:microsoft.com/office/officeart/2008/layout/LinedList"/>
    <dgm:cxn modelId="{EFC5FF57-7462-4293-9D3F-58617E07ACE4}" type="presOf" srcId="{39CE78EB-F7C9-4776-9E49-858226B1A47B}" destId="{1F295DF4-80C0-4A11-8415-328AAE0E98D0}" srcOrd="0" destOrd="0" presId="urn:microsoft.com/office/officeart/2008/layout/LinedList"/>
    <dgm:cxn modelId="{254FCDA2-80D9-4F35-B101-C0842A3CC5BF}" srcId="{39CE78EB-F7C9-4776-9E49-858226B1A47B}" destId="{23BFCF6D-AAAA-41B6-9941-92BEC95E4870}" srcOrd="0" destOrd="0" parTransId="{36066B15-0F68-4EE8-A32F-66C7B8120B79}" sibTransId="{4D79FE3A-793D-4306-AE7A-3A10C8872534}"/>
    <dgm:cxn modelId="{D09F07B4-6023-4E71-86A7-1D259373A1A0}" srcId="{39CE78EB-F7C9-4776-9E49-858226B1A47B}" destId="{F9E2DD1F-0DE1-478A-90D1-F45A8DDDD9EA}" srcOrd="1" destOrd="0" parTransId="{E05BD61B-FCC4-4F3C-B03F-21C4597E7D0D}" sibTransId="{C9274342-8EE4-43B9-864F-5B8F3F47ED64}"/>
    <dgm:cxn modelId="{5E4E8FCE-D423-40BD-AFDD-9E46F84BF394}" srcId="{39CE78EB-F7C9-4776-9E49-858226B1A47B}" destId="{017C8022-8342-4F2D-BCE6-C44DFF885632}" srcOrd="2" destOrd="0" parTransId="{234C83C0-AA0B-4EBD-94B7-E71A1A4D14BF}" sibTransId="{A0A8EE22-762B-4466-8FED-93F467F20112}"/>
    <dgm:cxn modelId="{29428AF8-6DB8-45C0-8126-528D2F58CBD7}" type="presOf" srcId="{017C8022-8342-4F2D-BCE6-C44DFF885632}" destId="{3033CF8B-3234-4468-88EE-C891F3837E59}" srcOrd="0" destOrd="0" presId="urn:microsoft.com/office/officeart/2008/layout/LinedList"/>
    <dgm:cxn modelId="{BC40DD7D-EE6B-467C-8ECD-2684B738EB1F}" type="presParOf" srcId="{1F295DF4-80C0-4A11-8415-328AAE0E98D0}" destId="{747DC3CC-0175-4850-8001-03BC7EAB5A0F}" srcOrd="0" destOrd="0" presId="urn:microsoft.com/office/officeart/2008/layout/LinedList"/>
    <dgm:cxn modelId="{0C529632-92B0-456D-8CE2-B6EBFA88E4AF}" type="presParOf" srcId="{1F295DF4-80C0-4A11-8415-328AAE0E98D0}" destId="{0F597F08-7A98-49D4-84B5-194B9139867F}" srcOrd="1" destOrd="0" presId="urn:microsoft.com/office/officeart/2008/layout/LinedList"/>
    <dgm:cxn modelId="{D8A8F373-B956-44A1-B683-6BEAE58D78B4}" type="presParOf" srcId="{0F597F08-7A98-49D4-84B5-194B9139867F}" destId="{A82BE6C7-9DD1-4844-9787-866788996FF0}" srcOrd="0" destOrd="0" presId="urn:microsoft.com/office/officeart/2008/layout/LinedList"/>
    <dgm:cxn modelId="{0FEA7F26-F598-410B-8DF8-0E2D934B77BA}" type="presParOf" srcId="{0F597F08-7A98-49D4-84B5-194B9139867F}" destId="{E81FB832-AA35-4B82-AE9D-98CD52061837}" srcOrd="1" destOrd="0" presId="urn:microsoft.com/office/officeart/2008/layout/LinedList"/>
    <dgm:cxn modelId="{D5428F11-3411-45EF-B258-6E819E3E5029}" type="presParOf" srcId="{1F295DF4-80C0-4A11-8415-328AAE0E98D0}" destId="{0E861A77-D97D-4FE9-B922-A9C44745B910}" srcOrd="2" destOrd="0" presId="urn:microsoft.com/office/officeart/2008/layout/LinedList"/>
    <dgm:cxn modelId="{F1BC0FF8-F544-4E12-90D1-9DF669AE9B89}" type="presParOf" srcId="{1F295DF4-80C0-4A11-8415-328AAE0E98D0}" destId="{95A0E1C9-00D5-403E-86B2-4A803F9BBA02}" srcOrd="3" destOrd="0" presId="urn:microsoft.com/office/officeart/2008/layout/LinedList"/>
    <dgm:cxn modelId="{E2FBB850-C227-4415-B87A-319E50CAC71F}" type="presParOf" srcId="{95A0E1C9-00D5-403E-86B2-4A803F9BBA02}" destId="{8F092A37-007D-42C8-9BFB-F4AD65D75793}" srcOrd="0" destOrd="0" presId="urn:microsoft.com/office/officeart/2008/layout/LinedList"/>
    <dgm:cxn modelId="{4AA0D261-E98E-4279-BBFB-07E758004063}" type="presParOf" srcId="{95A0E1C9-00D5-403E-86B2-4A803F9BBA02}" destId="{E96E458C-3484-423B-A97E-A817D16F616B}" srcOrd="1" destOrd="0" presId="urn:microsoft.com/office/officeart/2008/layout/LinedList"/>
    <dgm:cxn modelId="{5A9A832B-FB6F-482E-A9A6-A7FB41B9E9EE}" type="presParOf" srcId="{1F295DF4-80C0-4A11-8415-328AAE0E98D0}" destId="{17245A2B-CD94-46EB-B0FF-AA8C8912DE86}" srcOrd="4" destOrd="0" presId="urn:microsoft.com/office/officeart/2008/layout/LinedList"/>
    <dgm:cxn modelId="{CC483B76-4CBF-4D7E-B88D-485DB8ECC163}" type="presParOf" srcId="{1F295DF4-80C0-4A11-8415-328AAE0E98D0}" destId="{1EADEFA6-9950-4B70-B6D8-1AEBC6CABCA5}" srcOrd="5" destOrd="0" presId="urn:microsoft.com/office/officeart/2008/layout/LinedList"/>
    <dgm:cxn modelId="{46AC23A8-1731-4E67-B49E-8C13286BCEBE}" type="presParOf" srcId="{1EADEFA6-9950-4B70-B6D8-1AEBC6CABCA5}" destId="{3033CF8B-3234-4468-88EE-C891F3837E59}" srcOrd="0" destOrd="0" presId="urn:microsoft.com/office/officeart/2008/layout/LinedList"/>
    <dgm:cxn modelId="{D81108D1-10A5-42D9-96EF-A9EB5127DA71}" type="presParOf" srcId="{1EADEFA6-9950-4B70-B6D8-1AEBC6CABCA5}" destId="{1DB34182-DC1F-433C-A869-85F49731059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6D961E-FF34-4C6B-A329-EE3575971B26}" type="doc">
      <dgm:prSet loTypeId="urn:microsoft.com/office/officeart/2008/layout/VerticalCurvedList" loCatId="list" qsTypeId="urn:microsoft.com/office/officeart/2005/8/quickstyle/simple1" qsCatId="simple" csTypeId="urn:microsoft.com/office/officeart/2005/8/colors/accent1_1" csCatId="accent1" phldr="1"/>
      <dgm:spPr/>
      <dgm:t>
        <a:bodyPr/>
        <a:lstStyle/>
        <a:p>
          <a:endParaRPr lang="en-US"/>
        </a:p>
      </dgm:t>
    </dgm:pt>
    <dgm:pt modelId="{37741C9E-065F-4587-9AEC-22CAB1AF5551}">
      <dgm:prSet/>
      <dgm:spPr>
        <a:ln>
          <a:noFill/>
        </a:ln>
      </dgm:spPr>
      <dgm:t>
        <a:bodyPr/>
        <a:lstStyle/>
        <a:p>
          <a:r>
            <a:rPr lang="en-US" dirty="0"/>
            <a:t> System base chip IC : TLE92633BQXV33XUMA2 </a:t>
          </a:r>
        </a:p>
      </dgm:t>
    </dgm:pt>
    <dgm:pt modelId="{6778072F-0ADF-470C-BF8D-087D102B35D8}" type="parTrans" cxnId="{25826A7C-29CB-483A-AC48-4B97066224D2}">
      <dgm:prSet/>
      <dgm:spPr/>
      <dgm:t>
        <a:bodyPr/>
        <a:lstStyle/>
        <a:p>
          <a:endParaRPr lang="en-US"/>
        </a:p>
      </dgm:t>
    </dgm:pt>
    <dgm:pt modelId="{A24E3DE6-D77D-4D5C-BDA6-F2B0E8B49963}" type="sibTrans" cxnId="{25826A7C-29CB-483A-AC48-4B97066224D2}">
      <dgm:prSet/>
      <dgm:spPr/>
      <dgm:t>
        <a:bodyPr/>
        <a:lstStyle/>
        <a:p>
          <a:endParaRPr lang="en-US"/>
        </a:p>
      </dgm:t>
    </dgm:pt>
    <dgm:pt modelId="{F40F4049-27AF-4286-B4D6-41CAA2E8D7EE}">
      <dgm:prSet/>
      <dgm:spPr>
        <a:ln>
          <a:noFill/>
        </a:ln>
      </dgm:spPr>
      <dgm:t>
        <a:bodyPr/>
        <a:lstStyle/>
        <a:p>
          <a:r>
            <a:rPr lang="en-US" dirty="0"/>
            <a:t> Motor driver IC : TLE92108-232QX </a:t>
          </a:r>
        </a:p>
      </dgm:t>
    </dgm:pt>
    <dgm:pt modelId="{4C073BF5-7991-4963-BE2B-D7F3A6A5876C}" type="parTrans" cxnId="{A0CF7FF9-DD68-45E9-B8EB-E3B01719A9B6}">
      <dgm:prSet/>
      <dgm:spPr/>
      <dgm:t>
        <a:bodyPr/>
        <a:lstStyle/>
        <a:p>
          <a:endParaRPr lang="en-US"/>
        </a:p>
      </dgm:t>
    </dgm:pt>
    <dgm:pt modelId="{457F776F-CA01-44DA-9FFB-1D978CB3476B}" type="sibTrans" cxnId="{A0CF7FF9-DD68-45E9-B8EB-E3B01719A9B6}">
      <dgm:prSet/>
      <dgm:spPr/>
      <dgm:t>
        <a:bodyPr/>
        <a:lstStyle/>
        <a:p>
          <a:endParaRPr lang="en-US"/>
        </a:p>
      </dgm:t>
    </dgm:pt>
    <dgm:pt modelId="{F90B19B6-FB7E-4872-B372-A8D0FF5C996B}">
      <dgm:prSet/>
      <dgm:spPr>
        <a:ln>
          <a:noFill/>
        </a:ln>
      </dgm:spPr>
      <dgm:t>
        <a:bodyPr/>
        <a:lstStyle/>
        <a:p>
          <a:r>
            <a:rPr lang="en-US" dirty="0"/>
            <a:t> Microcontroller IC :RENESAS (R7F701686AFP-C )</a:t>
          </a:r>
        </a:p>
      </dgm:t>
    </dgm:pt>
    <dgm:pt modelId="{0D3FC542-22C5-412A-BB31-5602BE61B6C3}" type="parTrans" cxnId="{533B6F30-84AE-4B3D-9260-EA7F3B4F59F8}">
      <dgm:prSet/>
      <dgm:spPr/>
      <dgm:t>
        <a:bodyPr/>
        <a:lstStyle/>
        <a:p>
          <a:endParaRPr lang="en-US"/>
        </a:p>
      </dgm:t>
    </dgm:pt>
    <dgm:pt modelId="{7945AF6F-B760-471C-9CD3-9D920D195DFF}" type="sibTrans" cxnId="{533B6F30-84AE-4B3D-9260-EA7F3B4F59F8}">
      <dgm:prSet/>
      <dgm:spPr/>
      <dgm:t>
        <a:bodyPr/>
        <a:lstStyle/>
        <a:p>
          <a:endParaRPr lang="en-US"/>
        </a:p>
      </dgm:t>
    </dgm:pt>
    <dgm:pt modelId="{BF16810A-6DF8-482D-A896-849DC8B21E73}">
      <dgm:prSet/>
      <dgm:spPr>
        <a:ln>
          <a:noFill/>
        </a:ln>
      </dgm:spPr>
      <dgm:t>
        <a:bodyPr/>
        <a:lstStyle/>
        <a:p>
          <a:r>
            <a:rPr lang="en-US" dirty="0"/>
            <a:t> High side driver : BTS7006-1EPP and BTS70082EPAXUMA1 </a:t>
          </a:r>
        </a:p>
      </dgm:t>
    </dgm:pt>
    <dgm:pt modelId="{3944C3EC-C0F2-45F9-9AC6-33BD271D003E}" type="parTrans" cxnId="{2308916B-6667-4F50-8656-46C88165C8BD}">
      <dgm:prSet/>
      <dgm:spPr/>
      <dgm:t>
        <a:bodyPr/>
        <a:lstStyle/>
        <a:p>
          <a:endParaRPr lang="en-US"/>
        </a:p>
      </dgm:t>
    </dgm:pt>
    <dgm:pt modelId="{02F7B8EB-C150-4479-9FE1-8364A5368579}" type="sibTrans" cxnId="{2308916B-6667-4F50-8656-46C88165C8BD}">
      <dgm:prSet/>
      <dgm:spPr/>
      <dgm:t>
        <a:bodyPr/>
        <a:lstStyle/>
        <a:p>
          <a:endParaRPr lang="en-US"/>
        </a:p>
      </dgm:t>
    </dgm:pt>
    <dgm:pt modelId="{4BF1F56F-A0E9-47E7-A8EC-5A4899B87629}">
      <dgm:prSet/>
      <dgm:spPr>
        <a:ln>
          <a:noFill/>
        </a:ln>
      </dgm:spPr>
      <dgm:t>
        <a:bodyPr/>
        <a:lstStyle/>
        <a:p>
          <a:r>
            <a:rPr lang="en-US" dirty="0"/>
            <a:t> Low side driver : BTS3011TEATMA1</a:t>
          </a:r>
        </a:p>
      </dgm:t>
    </dgm:pt>
    <dgm:pt modelId="{86788793-B71E-4A0C-BE0F-FC670A1E1989}" type="parTrans" cxnId="{607357DD-B416-4E17-B2DC-55C072200690}">
      <dgm:prSet/>
      <dgm:spPr/>
      <dgm:t>
        <a:bodyPr/>
        <a:lstStyle/>
        <a:p>
          <a:endParaRPr lang="en-US"/>
        </a:p>
      </dgm:t>
    </dgm:pt>
    <dgm:pt modelId="{38431745-AD8F-49AD-BEDC-42982A4FCDBC}" type="sibTrans" cxnId="{607357DD-B416-4E17-B2DC-55C072200690}">
      <dgm:prSet/>
      <dgm:spPr/>
      <dgm:t>
        <a:bodyPr/>
        <a:lstStyle/>
        <a:p>
          <a:endParaRPr lang="en-US"/>
        </a:p>
      </dgm:t>
    </dgm:pt>
    <dgm:pt modelId="{70555015-86F1-45EA-B318-97D08F990A0D}">
      <dgm:prSet custT="1"/>
      <dgm:spPr>
        <a:ln>
          <a:noFill/>
        </a:ln>
      </dgm:spPr>
      <dgm:t>
        <a:bodyPr/>
        <a:lstStyle/>
        <a:p>
          <a:r>
            <a:rPr lang="en-US" sz="2400" dirty="0"/>
            <a:t> </a:t>
          </a:r>
          <a:r>
            <a:rPr lang="en-US" sz="2600" b="1" dirty="0"/>
            <a:t>COMPONENTS</a:t>
          </a:r>
        </a:p>
      </dgm:t>
    </dgm:pt>
    <dgm:pt modelId="{7FE16724-0C5A-4BCD-944F-0D09243D1A90}" type="sibTrans" cxnId="{C98AD76F-95A8-42EC-8182-74F4685070F3}">
      <dgm:prSet/>
      <dgm:spPr/>
      <dgm:t>
        <a:bodyPr/>
        <a:lstStyle/>
        <a:p>
          <a:endParaRPr lang="en-US"/>
        </a:p>
      </dgm:t>
    </dgm:pt>
    <dgm:pt modelId="{2EE24E79-ABA5-4A78-B9C0-9225671F953C}" type="parTrans" cxnId="{C98AD76F-95A8-42EC-8182-74F4685070F3}">
      <dgm:prSet/>
      <dgm:spPr/>
      <dgm:t>
        <a:bodyPr/>
        <a:lstStyle/>
        <a:p>
          <a:endParaRPr lang="en-US"/>
        </a:p>
      </dgm:t>
    </dgm:pt>
    <dgm:pt modelId="{377A6229-E06A-4A21-85AB-507A526392C3}" type="pres">
      <dgm:prSet presAssocID="{396D961E-FF34-4C6B-A329-EE3575971B26}" presName="Name0" presStyleCnt="0">
        <dgm:presLayoutVars>
          <dgm:chMax val="7"/>
          <dgm:chPref val="7"/>
          <dgm:dir/>
        </dgm:presLayoutVars>
      </dgm:prSet>
      <dgm:spPr/>
    </dgm:pt>
    <dgm:pt modelId="{3840EC38-5ED1-40AD-BF78-3E3C97B9D363}" type="pres">
      <dgm:prSet presAssocID="{396D961E-FF34-4C6B-A329-EE3575971B26}" presName="Name1" presStyleCnt="0"/>
      <dgm:spPr/>
    </dgm:pt>
    <dgm:pt modelId="{99B1B3BE-56A3-47DC-9E5C-9572CB26F35B}" type="pres">
      <dgm:prSet presAssocID="{396D961E-FF34-4C6B-A329-EE3575971B26}" presName="cycle" presStyleCnt="0"/>
      <dgm:spPr/>
    </dgm:pt>
    <dgm:pt modelId="{18881F1D-E8E7-4B10-A9E6-12EAE43B5DBF}" type="pres">
      <dgm:prSet presAssocID="{396D961E-FF34-4C6B-A329-EE3575971B26}" presName="srcNode" presStyleLbl="node1" presStyleIdx="0" presStyleCnt="6"/>
      <dgm:spPr/>
    </dgm:pt>
    <dgm:pt modelId="{839CF549-B78D-4184-9028-9C5E53BE60B6}" type="pres">
      <dgm:prSet presAssocID="{396D961E-FF34-4C6B-A329-EE3575971B26}" presName="conn" presStyleLbl="parChTrans1D2" presStyleIdx="0" presStyleCnt="1"/>
      <dgm:spPr/>
    </dgm:pt>
    <dgm:pt modelId="{67BF814E-B865-420F-B1C1-2E387E58E7C1}" type="pres">
      <dgm:prSet presAssocID="{396D961E-FF34-4C6B-A329-EE3575971B26}" presName="extraNode" presStyleLbl="node1" presStyleIdx="0" presStyleCnt="6"/>
      <dgm:spPr/>
    </dgm:pt>
    <dgm:pt modelId="{721FB787-F3D5-41A4-8D95-1BF682AB0014}" type="pres">
      <dgm:prSet presAssocID="{396D961E-FF34-4C6B-A329-EE3575971B26}" presName="dstNode" presStyleLbl="node1" presStyleIdx="0" presStyleCnt="6"/>
      <dgm:spPr/>
    </dgm:pt>
    <dgm:pt modelId="{27631C23-FC1C-45D3-9C03-AAD94E4D3650}" type="pres">
      <dgm:prSet presAssocID="{70555015-86F1-45EA-B318-97D08F990A0D}" presName="text_1" presStyleLbl="node1" presStyleIdx="0" presStyleCnt="6">
        <dgm:presLayoutVars>
          <dgm:bulletEnabled val="1"/>
        </dgm:presLayoutVars>
      </dgm:prSet>
      <dgm:spPr/>
    </dgm:pt>
    <dgm:pt modelId="{DDB18CB7-9339-4CAA-A64E-025D6BE74ED3}" type="pres">
      <dgm:prSet presAssocID="{70555015-86F1-45EA-B318-97D08F990A0D}" presName="accent_1" presStyleCnt="0"/>
      <dgm:spPr/>
    </dgm:pt>
    <dgm:pt modelId="{09BC4C57-E5A2-4E00-8BE3-B73686C0C59C}" type="pres">
      <dgm:prSet presAssocID="{70555015-86F1-45EA-B318-97D08F990A0D}" presName="accentRepeatNode" presStyleLbl="solidFgAcc1" presStyleIdx="0" presStyleCnt="6"/>
      <dgm:spPr>
        <a:solidFill>
          <a:schemeClr val="accent1">
            <a:lumMod val="40000"/>
            <a:lumOff val="60000"/>
          </a:schemeClr>
        </a:solidFill>
      </dgm:spPr>
    </dgm:pt>
    <dgm:pt modelId="{86D2FDCF-BC02-4B2B-BEB4-2F9CB4E32B03}" type="pres">
      <dgm:prSet presAssocID="{37741C9E-065F-4587-9AEC-22CAB1AF5551}" presName="text_2" presStyleLbl="node1" presStyleIdx="1" presStyleCnt="6">
        <dgm:presLayoutVars>
          <dgm:bulletEnabled val="1"/>
        </dgm:presLayoutVars>
      </dgm:prSet>
      <dgm:spPr/>
    </dgm:pt>
    <dgm:pt modelId="{4C661001-0E34-4B2F-A851-6626843FBEE5}" type="pres">
      <dgm:prSet presAssocID="{37741C9E-065F-4587-9AEC-22CAB1AF5551}" presName="accent_2" presStyleCnt="0"/>
      <dgm:spPr/>
    </dgm:pt>
    <dgm:pt modelId="{9FE4E1A2-32D2-472D-B687-C50B080B38CE}" type="pres">
      <dgm:prSet presAssocID="{37741C9E-065F-4587-9AEC-22CAB1AF5551}" presName="accentRepeatNode" presStyleLbl="solidFgAcc1" presStyleIdx="1" presStyleCnt="6"/>
      <dgm:spPr/>
    </dgm:pt>
    <dgm:pt modelId="{E2D8A0DA-DCFA-40A7-BC7A-BED0E5F72B92}" type="pres">
      <dgm:prSet presAssocID="{F40F4049-27AF-4286-B4D6-41CAA2E8D7EE}" presName="text_3" presStyleLbl="node1" presStyleIdx="2" presStyleCnt="6">
        <dgm:presLayoutVars>
          <dgm:bulletEnabled val="1"/>
        </dgm:presLayoutVars>
      </dgm:prSet>
      <dgm:spPr/>
    </dgm:pt>
    <dgm:pt modelId="{4FCE1E11-D429-4969-9927-4A3D08A1FC7B}" type="pres">
      <dgm:prSet presAssocID="{F40F4049-27AF-4286-B4D6-41CAA2E8D7EE}" presName="accent_3" presStyleCnt="0"/>
      <dgm:spPr/>
    </dgm:pt>
    <dgm:pt modelId="{E5BFA939-DC75-44A8-8DFF-1C9B92A3BE5D}" type="pres">
      <dgm:prSet presAssocID="{F40F4049-27AF-4286-B4D6-41CAA2E8D7EE}" presName="accentRepeatNode" presStyleLbl="solidFgAcc1" presStyleIdx="2" presStyleCnt="6"/>
      <dgm:spPr/>
    </dgm:pt>
    <dgm:pt modelId="{451AD461-9BB7-4450-9F15-FE98CFD36AE1}" type="pres">
      <dgm:prSet presAssocID="{F90B19B6-FB7E-4872-B372-A8D0FF5C996B}" presName="text_4" presStyleLbl="node1" presStyleIdx="3" presStyleCnt="6">
        <dgm:presLayoutVars>
          <dgm:bulletEnabled val="1"/>
        </dgm:presLayoutVars>
      </dgm:prSet>
      <dgm:spPr/>
    </dgm:pt>
    <dgm:pt modelId="{9B375C0D-1E38-49F7-BFDF-253800D8B153}" type="pres">
      <dgm:prSet presAssocID="{F90B19B6-FB7E-4872-B372-A8D0FF5C996B}" presName="accent_4" presStyleCnt="0"/>
      <dgm:spPr/>
    </dgm:pt>
    <dgm:pt modelId="{1AED1F01-0E38-4176-982A-612F982884E5}" type="pres">
      <dgm:prSet presAssocID="{F90B19B6-FB7E-4872-B372-A8D0FF5C996B}" presName="accentRepeatNode" presStyleLbl="solidFgAcc1" presStyleIdx="3" presStyleCnt="6"/>
      <dgm:spPr/>
    </dgm:pt>
    <dgm:pt modelId="{53290E6B-DD98-43BC-8306-E3B2AE2F2F60}" type="pres">
      <dgm:prSet presAssocID="{BF16810A-6DF8-482D-A896-849DC8B21E73}" presName="text_5" presStyleLbl="node1" presStyleIdx="4" presStyleCnt="6">
        <dgm:presLayoutVars>
          <dgm:bulletEnabled val="1"/>
        </dgm:presLayoutVars>
      </dgm:prSet>
      <dgm:spPr/>
    </dgm:pt>
    <dgm:pt modelId="{49E42552-BF16-4A99-9C00-3F90D7D50C34}" type="pres">
      <dgm:prSet presAssocID="{BF16810A-6DF8-482D-A896-849DC8B21E73}" presName="accent_5" presStyleCnt="0"/>
      <dgm:spPr/>
    </dgm:pt>
    <dgm:pt modelId="{DB893665-DB6E-4AB8-816C-0AB3BA75F179}" type="pres">
      <dgm:prSet presAssocID="{BF16810A-6DF8-482D-A896-849DC8B21E73}" presName="accentRepeatNode" presStyleLbl="solidFgAcc1" presStyleIdx="4" presStyleCnt="6"/>
      <dgm:spPr/>
    </dgm:pt>
    <dgm:pt modelId="{20A09E91-DF2D-48F4-8B69-164160B9917C}" type="pres">
      <dgm:prSet presAssocID="{4BF1F56F-A0E9-47E7-A8EC-5A4899B87629}" presName="text_6" presStyleLbl="node1" presStyleIdx="5" presStyleCnt="6">
        <dgm:presLayoutVars>
          <dgm:bulletEnabled val="1"/>
        </dgm:presLayoutVars>
      </dgm:prSet>
      <dgm:spPr/>
    </dgm:pt>
    <dgm:pt modelId="{B92AAB7D-B67D-465B-B910-CA1F8E7D8A3C}" type="pres">
      <dgm:prSet presAssocID="{4BF1F56F-A0E9-47E7-A8EC-5A4899B87629}" presName="accent_6" presStyleCnt="0"/>
      <dgm:spPr/>
    </dgm:pt>
    <dgm:pt modelId="{10AAA833-80B1-41AD-9384-7C860A862100}" type="pres">
      <dgm:prSet presAssocID="{4BF1F56F-A0E9-47E7-A8EC-5A4899B87629}" presName="accentRepeatNode" presStyleLbl="solidFgAcc1" presStyleIdx="5" presStyleCnt="6"/>
      <dgm:spPr/>
    </dgm:pt>
  </dgm:ptLst>
  <dgm:cxnLst>
    <dgm:cxn modelId="{533B6F30-84AE-4B3D-9260-EA7F3B4F59F8}" srcId="{396D961E-FF34-4C6B-A329-EE3575971B26}" destId="{F90B19B6-FB7E-4872-B372-A8D0FF5C996B}" srcOrd="3" destOrd="0" parTransId="{0D3FC542-22C5-412A-BB31-5602BE61B6C3}" sibTransId="{7945AF6F-B760-471C-9CD3-9D920D195DFF}"/>
    <dgm:cxn modelId="{2308916B-6667-4F50-8656-46C88165C8BD}" srcId="{396D961E-FF34-4C6B-A329-EE3575971B26}" destId="{BF16810A-6DF8-482D-A896-849DC8B21E73}" srcOrd="4" destOrd="0" parTransId="{3944C3EC-C0F2-45F9-9AC6-33BD271D003E}" sibTransId="{02F7B8EB-C150-4479-9FE1-8364A5368579}"/>
    <dgm:cxn modelId="{C98AD76F-95A8-42EC-8182-74F4685070F3}" srcId="{396D961E-FF34-4C6B-A329-EE3575971B26}" destId="{70555015-86F1-45EA-B318-97D08F990A0D}" srcOrd="0" destOrd="0" parTransId="{2EE24E79-ABA5-4A78-B9C0-9225671F953C}" sibTransId="{7FE16724-0C5A-4BCD-944F-0D09243D1A90}"/>
    <dgm:cxn modelId="{25826A7C-29CB-483A-AC48-4B97066224D2}" srcId="{396D961E-FF34-4C6B-A329-EE3575971B26}" destId="{37741C9E-065F-4587-9AEC-22CAB1AF5551}" srcOrd="1" destOrd="0" parTransId="{6778072F-0ADF-470C-BF8D-087D102B35D8}" sibTransId="{A24E3DE6-D77D-4D5C-BDA6-F2B0E8B49963}"/>
    <dgm:cxn modelId="{EC106186-6385-40D3-8C18-007D92940E07}" type="presOf" srcId="{F90B19B6-FB7E-4872-B372-A8D0FF5C996B}" destId="{451AD461-9BB7-4450-9F15-FE98CFD36AE1}" srcOrd="0" destOrd="0" presId="urn:microsoft.com/office/officeart/2008/layout/VerticalCurvedList"/>
    <dgm:cxn modelId="{3AA24E9C-F802-425E-A780-9DDE111E9118}" type="presOf" srcId="{37741C9E-065F-4587-9AEC-22CAB1AF5551}" destId="{86D2FDCF-BC02-4B2B-BEB4-2F9CB4E32B03}" srcOrd="0" destOrd="0" presId="urn:microsoft.com/office/officeart/2008/layout/VerticalCurvedList"/>
    <dgm:cxn modelId="{02DA83AA-3AB1-4A9F-B641-6A4A0DAB9270}" type="presOf" srcId="{BF16810A-6DF8-482D-A896-849DC8B21E73}" destId="{53290E6B-DD98-43BC-8306-E3B2AE2F2F60}" srcOrd="0" destOrd="0" presId="urn:microsoft.com/office/officeart/2008/layout/VerticalCurvedList"/>
    <dgm:cxn modelId="{7B3B0BCD-20A0-48F6-AD85-DAD832C33D47}" type="presOf" srcId="{70555015-86F1-45EA-B318-97D08F990A0D}" destId="{27631C23-FC1C-45D3-9C03-AAD94E4D3650}" srcOrd="0" destOrd="0" presId="urn:microsoft.com/office/officeart/2008/layout/VerticalCurvedList"/>
    <dgm:cxn modelId="{607357DD-B416-4E17-B2DC-55C072200690}" srcId="{396D961E-FF34-4C6B-A329-EE3575971B26}" destId="{4BF1F56F-A0E9-47E7-A8EC-5A4899B87629}" srcOrd="5" destOrd="0" parTransId="{86788793-B71E-4A0C-BE0F-FC670A1E1989}" sibTransId="{38431745-AD8F-49AD-BEDC-42982A4FCDBC}"/>
    <dgm:cxn modelId="{847F01E0-3811-46C9-B890-74580FB409A3}" type="presOf" srcId="{F40F4049-27AF-4286-B4D6-41CAA2E8D7EE}" destId="{E2D8A0DA-DCFA-40A7-BC7A-BED0E5F72B92}" srcOrd="0" destOrd="0" presId="urn:microsoft.com/office/officeart/2008/layout/VerticalCurvedList"/>
    <dgm:cxn modelId="{1EFA93E9-88D2-44F6-A2E4-7F76CD091C51}" type="presOf" srcId="{4BF1F56F-A0E9-47E7-A8EC-5A4899B87629}" destId="{20A09E91-DF2D-48F4-8B69-164160B9917C}" srcOrd="0" destOrd="0" presId="urn:microsoft.com/office/officeart/2008/layout/VerticalCurvedList"/>
    <dgm:cxn modelId="{77BDEAF8-628E-43AD-B53F-1391DDBB5106}" type="presOf" srcId="{7FE16724-0C5A-4BCD-944F-0D09243D1A90}" destId="{839CF549-B78D-4184-9028-9C5E53BE60B6}" srcOrd="0" destOrd="0" presId="urn:microsoft.com/office/officeart/2008/layout/VerticalCurvedList"/>
    <dgm:cxn modelId="{A0CF7FF9-DD68-45E9-B8EB-E3B01719A9B6}" srcId="{396D961E-FF34-4C6B-A329-EE3575971B26}" destId="{F40F4049-27AF-4286-B4D6-41CAA2E8D7EE}" srcOrd="2" destOrd="0" parTransId="{4C073BF5-7991-4963-BE2B-D7F3A6A5876C}" sibTransId="{457F776F-CA01-44DA-9FFB-1D978CB3476B}"/>
    <dgm:cxn modelId="{D11D4BFB-0D0A-494E-9350-DE3063F30D6C}" type="presOf" srcId="{396D961E-FF34-4C6B-A329-EE3575971B26}" destId="{377A6229-E06A-4A21-85AB-507A526392C3}" srcOrd="0" destOrd="0" presId="urn:microsoft.com/office/officeart/2008/layout/VerticalCurvedList"/>
    <dgm:cxn modelId="{E0270272-43E7-4BFD-9046-8036AAF71DE3}" type="presParOf" srcId="{377A6229-E06A-4A21-85AB-507A526392C3}" destId="{3840EC38-5ED1-40AD-BF78-3E3C97B9D363}" srcOrd="0" destOrd="0" presId="urn:microsoft.com/office/officeart/2008/layout/VerticalCurvedList"/>
    <dgm:cxn modelId="{EFA380DC-4F2C-43AF-9047-421639BB5934}" type="presParOf" srcId="{3840EC38-5ED1-40AD-BF78-3E3C97B9D363}" destId="{99B1B3BE-56A3-47DC-9E5C-9572CB26F35B}" srcOrd="0" destOrd="0" presId="urn:microsoft.com/office/officeart/2008/layout/VerticalCurvedList"/>
    <dgm:cxn modelId="{9CB125D7-4535-49FE-9860-76E1044B056B}" type="presParOf" srcId="{99B1B3BE-56A3-47DC-9E5C-9572CB26F35B}" destId="{18881F1D-E8E7-4B10-A9E6-12EAE43B5DBF}" srcOrd="0" destOrd="0" presId="urn:microsoft.com/office/officeart/2008/layout/VerticalCurvedList"/>
    <dgm:cxn modelId="{1530F33C-285C-40AB-96DB-1C756B9711C2}" type="presParOf" srcId="{99B1B3BE-56A3-47DC-9E5C-9572CB26F35B}" destId="{839CF549-B78D-4184-9028-9C5E53BE60B6}" srcOrd="1" destOrd="0" presId="urn:microsoft.com/office/officeart/2008/layout/VerticalCurvedList"/>
    <dgm:cxn modelId="{FD8FD8DE-E1B5-48C2-B159-DE081539C183}" type="presParOf" srcId="{99B1B3BE-56A3-47DC-9E5C-9572CB26F35B}" destId="{67BF814E-B865-420F-B1C1-2E387E58E7C1}" srcOrd="2" destOrd="0" presId="urn:microsoft.com/office/officeart/2008/layout/VerticalCurvedList"/>
    <dgm:cxn modelId="{8D99F2CF-46C1-4547-81BF-E074AE971B7F}" type="presParOf" srcId="{99B1B3BE-56A3-47DC-9E5C-9572CB26F35B}" destId="{721FB787-F3D5-41A4-8D95-1BF682AB0014}" srcOrd="3" destOrd="0" presId="urn:microsoft.com/office/officeart/2008/layout/VerticalCurvedList"/>
    <dgm:cxn modelId="{BF4D72CD-69C0-46E5-9636-0F3EE755D447}" type="presParOf" srcId="{3840EC38-5ED1-40AD-BF78-3E3C97B9D363}" destId="{27631C23-FC1C-45D3-9C03-AAD94E4D3650}" srcOrd="1" destOrd="0" presId="urn:microsoft.com/office/officeart/2008/layout/VerticalCurvedList"/>
    <dgm:cxn modelId="{C1C4A187-D551-403B-B3B2-F46B87BB18BC}" type="presParOf" srcId="{3840EC38-5ED1-40AD-BF78-3E3C97B9D363}" destId="{DDB18CB7-9339-4CAA-A64E-025D6BE74ED3}" srcOrd="2" destOrd="0" presId="urn:microsoft.com/office/officeart/2008/layout/VerticalCurvedList"/>
    <dgm:cxn modelId="{CAA83B64-8AE5-4C10-BC81-0B75F4CB3AA9}" type="presParOf" srcId="{DDB18CB7-9339-4CAA-A64E-025D6BE74ED3}" destId="{09BC4C57-E5A2-4E00-8BE3-B73686C0C59C}" srcOrd="0" destOrd="0" presId="urn:microsoft.com/office/officeart/2008/layout/VerticalCurvedList"/>
    <dgm:cxn modelId="{D851DED6-24C5-4D56-B96F-E0E6B365B24E}" type="presParOf" srcId="{3840EC38-5ED1-40AD-BF78-3E3C97B9D363}" destId="{86D2FDCF-BC02-4B2B-BEB4-2F9CB4E32B03}" srcOrd="3" destOrd="0" presId="urn:microsoft.com/office/officeart/2008/layout/VerticalCurvedList"/>
    <dgm:cxn modelId="{CD011371-B060-453F-873B-DC9D0780F83D}" type="presParOf" srcId="{3840EC38-5ED1-40AD-BF78-3E3C97B9D363}" destId="{4C661001-0E34-4B2F-A851-6626843FBEE5}" srcOrd="4" destOrd="0" presId="urn:microsoft.com/office/officeart/2008/layout/VerticalCurvedList"/>
    <dgm:cxn modelId="{14C646AB-4C2F-42EE-95DF-8B2E88B788C6}" type="presParOf" srcId="{4C661001-0E34-4B2F-A851-6626843FBEE5}" destId="{9FE4E1A2-32D2-472D-B687-C50B080B38CE}" srcOrd="0" destOrd="0" presId="urn:microsoft.com/office/officeart/2008/layout/VerticalCurvedList"/>
    <dgm:cxn modelId="{AF08E132-58D7-4B5D-8878-8114672424FF}" type="presParOf" srcId="{3840EC38-5ED1-40AD-BF78-3E3C97B9D363}" destId="{E2D8A0DA-DCFA-40A7-BC7A-BED0E5F72B92}" srcOrd="5" destOrd="0" presId="urn:microsoft.com/office/officeart/2008/layout/VerticalCurvedList"/>
    <dgm:cxn modelId="{2218E320-CD07-4878-99CA-9CBCA182A592}" type="presParOf" srcId="{3840EC38-5ED1-40AD-BF78-3E3C97B9D363}" destId="{4FCE1E11-D429-4969-9927-4A3D08A1FC7B}" srcOrd="6" destOrd="0" presId="urn:microsoft.com/office/officeart/2008/layout/VerticalCurvedList"/>
    <dgm:cxn modelId="{E45BCD83-859A-4235-B2F8-21EF93057FA8}" type="presParOf" srcId="{4FCE1E11-D429-4969-9927-4A3D08A1FC7B}" destId="{E5BFA939-DC75-44A8-8DFF-1C9B92A3BE5D}" srcOrd="0" destOrd="0" presId="urn:microsoft.com/office/officeart/2008/layout/VerticalCurvedList"/>
    <dgm:cxn modelId="{C116ED80-93FA-48AD-8743-864C4D57F73D}" type="presParOf" srcId="{3840EC38-5ED1-40AD-BF78-3E3C97B9D363}" destId="{451AD461-9BB7-4450-9F15-FE98CFD36AE1}" srcOrd="7" destOrd="0" presId="urn:microsoft.com/office/officeart/2008/layout/VerticalCurvedList"/>
    <dgm:cxn modelId="{6C3FD36F-3265-4899-B67D-057D3FE4074D}" type="presParOf" srcId="{3840EC38-5ED1-40AD-BF78-3E3C97B9D363}" destId="{9B375C0D-1E38-49F7-BFDF-253800D8B153}" srcOrd="8" destOrd="0" presId="urn:microsoft.com/office/officeart/2008/layout/VerticalCurvedList"/>
    <dgm:cxn modelId="{6E6166E5-4C8A-4839-B8F7-92203DF960AA}" type="presParOf" srcId="{9B375C0D-1E38-49F7-BFDF-253800D8B153}" destId="{1AED1F01-0E38-4176-982A-612F982884E5}" srcOrd="0" destOrd="0" presId="urn:microsoft.com/office/officeart/2008/layout/VerticalCurvedList"/>
    <dgm:cxn modelId="{BF08E272-7017-45B8-A469-E05300B1627E}" type="presParOf" srcId="{3840EC38-5ED1-40AD-BF78-3E3C97B9D363}" destId="{53290E6B-DD98-43BC-8306-E3B2AE2F2F60}" srcOrd="9" destOrd="0" presId="urn:microsoft.com/office/officeart/2008/layout/VerticalCurvedList"/>
    <dgm:cxn modelId="{1B2DF53A-232C-4172-8D34-192F0D512B6D}" type="presParOf" srcId="{3840EC38-5ED1-40AD-BF78-3E3C97B9D363}" destId="{49E42552-BF16-4A99-9C00-3F90D7D50C34}" srcOrd="10" destOrd="0" presId="urn:microsoft.com/office/officeart/2008/layout/VerticalCurvedList"/>
    <dgm:cxn modelId="{5F42D02F-B692-48F3-B828-4CDE0AAF30E1}" type="presParOf" srcId="{49E42552-BF16-4A99-9C00-3F90D7D50C34}" destId="{DB893665-DB6E-4AB8-816C-0AB3BA75F179}" srcOrd="0" destOrd="0" presId="urn:microsoft.com/office/officeart/2008/layout/VerticalCurvedList"/>
    <dgm:cxn modelId="{F5F42F14-0BDD-427B-AE0A-E0BDEE715FDF}" type="presParOf" srcId="{3840EC38-5ED1-40AD-BF78-3E3C97B9D363}" destId="{20A09E91-DF2D-48F4-8B69-164160B9917C}" srcOrd="11" destOrd="0" presId="urn:microsoft.com/office/officeart/2008/layout/VerticalCurvedList"/>
    <dgm:cxn modelId="{C6778570-6D96-402C-A1CB-775A2CC1A2F5}" type="presParOf" srcId="{3840EC38-5ED1-40AD-BF78-3E3C97B9D363}" destId="{B92AAB7D-B67D-465B-B910-CA1F8E7D8A3C}" srcOrd="12" destOrd="0" presId="urn:microsoft.com/office/officeart/2008/layout/VerticalCurvedList"/>
    <dgm:cxn modelId="{9145DB43-A8FB-4D70-AB65-0C0F0604F17C}" type="presParOf" srcId="{B92AAB7D-B67D-465B-B910-CA1F8E7D8A3C}" destId="{10AAA833-80B1-41AD-9384-7C860A862100}"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E89A7E-A248-4C11-9AFA-8987C5ECE891}" type="doc">
      <dgm:prSet loTypeId="urn:microsoft.com/office/officeart/2005/8/layout/hierarchy1" loCatId="hierarchy" qsTypeId="urn:microsoft.com/office/officeart/2005/8/quickstyle/simple3" qsCatId="simple" csTypeId="urn:microsoft.com/office/officeart/2005/8/colors/accent1_2" csCatId="accent1"/>
      <dgm:spPr/>
      <dgm:t>
        <a:bodyPr/>
        <a:lstStyle/>
        <a:p>
          <a:endParaRPr lang="en-US"/>
        </a:p>
      </dgm:t>
    </dgm:pt>
    <dgm:pt modelId="{AAC88B27-4313-4CF5-A35B-831A8454D476}">
      <dgm:prSet/>
      <dgm:spPr/>
      <dgm:t>
        <a:bodyPr/>
        <a:lstStyle/>
        <a:p>
          <a:r>
            <a:rPr lang="en-US" b="1" i="0" baseline="0"/>
            <a:t>Premium vs. Basic Models:</a:t>
          </a:r>
          <a:r>
            <a:rPr lang="en-US" b="0" i="0" baseline="0"/>
            <a:t> Luxury cars like the </a:t>
          </a:r>
          <a:r>
            <a:rPr lang="en-US" b="1" i="0" baseline="0"/>
            <a:t>Mercedes-Benz S-Class</a:t>
          </a:r>
          <a:r>
            <a:rPr lang="en-US" b="0" i="0" baseline="0"/>
            <a:t> offer multi-way power adjustments, memory functions, and climate-controlled seats, while basic models like the </a:t>
          </a:r>
          <a:r>
            <a:rPr lang="en-US" b="1" i="0" baseline="0"/>
            <a:t>Toyota Corolla</a:t>
          </a:r>
          <a:r>
            <a:rPr lang="en-US" b="0" i="0" baseline="0"/>
            <a:t> have limited manual or basic electronic adjustments.</a:t>
          </a:r>
          <a:endParaRPr lang="en-US"/>
        </a:p>
      </dgm:t>
    </dgm:pt>
    <dgm:pt modelId="{40E39EA6-4032-4318-9129-57D536D65E3F}" type="parTrans" cxnId="{21239676-F74F-4C55-8804-17876D49AA07}">
      <dgm:prSet/>
      <dgm:spPr/>
      <dgm:t>
        <a:bodyPr/>
        <a:lstStyle/>
        <a:p>
          <a:endParaRPr lang="en-US"/>
        </a:p>
      </dgm:t>
    </dgm:pt>
    <dgm:pt modelId="{3B5E391E-223D-43EE-9825-B64690C4D0DA}" type="sibTrans" cxnId="{21239676-F74F-4C55-8804-17876D49AA07}">
      <dgm:prSet/>
      <dgm:spPr/>
      <dgm:t>
        <a:bodyPr/>
        <a:lstStyle/>
        <a:p>
          <a:endParaRPr lang="en-US"/>
        </a:p>
      </dgm:t>
    </dgm:pt>
    <dgm:pt modelId="{85C670CA-51CD-492D-8F8A-00710F4B96BC}">
      <dgm:prSet/>
      <dgm:spPr/>
      <dgm:t>
        <a:bodyPr/>
        <a:lstStyle/>
        <a:p>
          <a:r>
            <a:rPr lang="en-US" b="1" i="0" baseline="0" dirty="0"/>
            <a:t>Autonomous Seating Adjustments:</a:t>
          </a:r>
          <a:r>
            <a:rPr lang="en-US" b="0" i="0" baseline="0" dirty="0"/>
            <a:t> In vehicles like the </a:t>
          </a:r>
          <a:r>
            <a:rPr lang="en-US" b="1" i="0" baseline="0" dirty="0"/>
            <a:t>Tesla Model S</a:t>
          </a:r>
          <a:r>
            <a:rPr lang="en-US" b="0" i="0" baseline="0" dirty="0"/>
            <a:t>, seat positions adjust automatically based on driver profiles, offering a personalized experience.</a:t>
          </a:r>
          <a:endParaRPr lang="en-US" dirty="0"/>
        </a:p>
      </dgm:t>
    </dgm:pt>
    <dgm:pt modelId="{5263B415-D2CB-474F-B549-2A50236FE639}" type="parTrans" cxnId="{44AC7C76-188E-48C8-A7C1-9D10B96E4D6E}">
      <dgm:prSet/>
      <dgm:spPr/>
      <dgm:t>
        <a:bodyPr/>
        <a:lstStyle/>
        <a:p>
          <a:endParaRPr lang="en-US"/>
        </a:p>
      </dgm:t>
    </dgm:pt>
    <dgm:pt modelId="{A1D8CB1E-D091-4BC9-B91D-EB3428593B66}" type="sibTrans" cxnId="{44AC7C76-188E-48C8-A7C1-9D10B96E4D6E}">
      <dgm:prSet/>
      <dgm:spPr/>
      <dgm:t>
        <a:bodyPr/>
        <a:lstStyle/>
        <a:p>
          <a:endParaRPr lang="en-US"/>
        </a:p>
      </dgm:t>
    </dgm:pt>
    <dgm:pt modelId="{63C76FCE-706E-495C-9F83-B602F4E342A0}">
      <dgm:prSet/>
      <dgm:spPr/>
      <dgm:t>
        <a:bodyPr/>
        <a:lstStyle/>
        <a:p>
          <a:r>
            <a:rPr lang="en-US" b="1" i="0" baseline="0" dirty="0"/>
            <a:t>Integration with ADAS:</a:t>
          </a:r>
          <a:r>
            <a:rPr lang="en-US" b="0" i="0" baseline="0" dirty="0"/>
            <a:t> In cars like </a:t>
          </a:r>
          <a:r>
            <a:rPr lang="en-US" b="1" i="0" baseline="0" dirty="0"/>
            <a:t>Volvo</a:t>
          </a:r>
          <a:r>
            <a:rPr lang="en-US" b="0" i="0" baseline="0" dirty="0"/>
            <a:t>, seat adjustments are integrated with ADAS for safety, automatically repositioning the seat during potential collisions or in autonomous driving modes.</a:t>
          </a:r>
          <a:endParaRPr lang="en-US" dirty="0"/>
        </a:p>
      </dgm:t>
    </dgm:pt>
    <dgm:pt modelId="{85584157-8990-4EF7-94A7-CC9EDEDD98B1}" type="parTrans" cxnId="{F2AF6FB4-14A0-4DED-B44F-86F1EDE74D7B}">
      <dgm:prSet/>
      <dgm:spPr/>
      <dgm:t>
        <a:bodyPr/>
        <a:lstStyle/>
        <a:p>
          <a:endParaRPr lang="en-US"/>
        </a:p>
      </dgm:t>
    </dgm:pt>
    <dgm:pt modelId="{5C4F9A36-B320-4CE6-BE92-DE73827EC92E}" type="sibTrans" cxnId="{F2AF6FB4-14A0-4DED-B44F-86F1EDE74D7B}">
      <dgm:prSet/>
      <dgm:spPr/>
      <dgm:t>
        <a:bodyPr/>
        <a:lstStyle/>
        <a:p>
          <a:endParaRPr lang="en-US"/>
        </a:p>
      </dgm:t>
    </dgm:pt>
    <dgm:pt modelId="{4762BEFB-A5F6-4F4E-A279-298EDFFED1A4}" type="pres">
      <dgm:prSet presAssocID="{44E89A7E-A248-4C11-9AFA-8987C5ECE891}" presName="hierChild1" presStyleCnt="0">
        <dgm:presLayoutVars>
          <dgm:chPref val="1"/>
          <dgm:dir/>
          <dgm:animOne val="branch"/>
          <dgm:animLvl val="lvl"/>
          <dgm:resizeHandles/>
        </dgm:presLayoutVars>
      </dgm:prSet>
      <dgm:spPr/>
    </dgm:pt>
    <dgm:pt modelId="{F7B251BB-47EB-4C5A-90ED-7C02BA27A893}" type="pres">
      <dgm:prSet presAssocID="{AAC88B27-4313-4CF5-A35B-831A8454D476}" presName="hierRoot1" presStyleCnt="0"/>
      <dgm:spPr/>
    </dgm:pt>
    <dgm:pt modelId="{4BD39858-750F-4F5E-A7DB-CFF100805B94}" type="pres">
      <dgm:prSet presAssocID="{AAC88B27-4313-4CF5-A35B-831A8454D476}" presName="composite" presStyleCnt="0"/>
      <dgm:spPr/>
    </dgm:pt>
    <dgm:pt modelId="{B27CC37E-1DC4-4608-8E93-4F7523CB4BE1}" type="pres">
      <dgm:prSet presAssocID="{AAC88B27-4313-4CF5-A35B-831A8454D476}" presName="background" presStyleLbl="node0" presStyleIdx="0" presStyleCnt="3"/>
      <dgm:spPr/>
    </dgm:pt>
    <dgm:pt modelId="{F902A1D2-250D-4CF3-A6A1-51DAE84B873F}" type="pres">
      <dgm:prSet presAssocID="{AAC88B27-4313-4CF5-A35B-831A8454D476}" presName="text" presStyleLbl="fgAcc0" presStyleIdx="0" presStyleCnt="3">
        <dgm:presLayoutVars>
          <dgm:chPref val="3"/>
        </dgm:presLayoutVars>
      </dgm:prSet>
      <dgm:spPr/>
    </dgm:pt>
    <dgm:pt modelId="{12606739-2443-48E7-A260-D61571F48B51}" type="pres">
      <dgm:prSet presAssocID="{AAC88B27-4313-4CF5-A35B-831A8454D476}" presName="hierChild2" presStyleCnt="0"/>
      <dgm:spPr/>
    </dgm:pt>
    <dgm:pt modelId="{B5CCBD72-A76F-45EF-97C8-4DE77142CEE6}" type="pres">
      <dgm:prSet presAssocID="{85C670CA-51CD-492D-8F8A-00710F4B96BC}" presName="hierRoot1" presStyleCnt="0"/>
      <dgm:spPr/>
    </dgm:pt>
    <dgm:pt modelId="{6151C04A-C581-4039-B2BB-756D31935110}" type="pres">
      <dgm:prSet presAssocID="{85C670CA-51CD-492D-8F8A-00710F4B96BC}" presName="composite" presStyleCnt="0"/>
      <dgm:spPr/>
    </dgm:pt>
    <dgm:pt modelId="{4D78FC40-CFBE-483C-B8B4-A9135A893CB3}" type="pres">
      <dgm:prSet presAssocID="{85C670CA-51CD-492D-8F8A-00710F4B96BC}" presName="background" presStyleLbl="node0" presStyleIdx="1" presStyleCnt="3"/>
      <dgm:spPr/>
    </dgm:pt>
    <dgm:pt modelId="{8D3E178D-B2F0-4257-9AEA-EE2538A0E020}" type="pres">
      <dgm:prSet presAssocID="{85C670CA-51CD-492D-8F8A-00710F4B96BC}" presName="text" presStyleLbl="fgAcc0" presStyleIdx="1" presStyleCnt="3">
        <dgm:presLayoutVars>
          <dgm:chPref val="3"/>
        </dgm:presLayoutVars>
      </dgm:prSet>
      <dgm:spPr/>
    </dgm:pt>
    <dgm:pt modelId="{3B1D6B32-1B81-4CE2-8B8F-9E388B98B093}" type="pres">
      <dgm:prSet presAssocID="{85C670CA-51CD-492D-8F8A-00710F4B96BC}" presName="hierChild2" presStyleCnt="0"/>
      <dgm:spPr/>
    </dgm:pt>
    <dgm:pt modelId="{13E0A486-477A-4AEB-8027-C2DEC202164F}" type="pres">
      <dgm:prSet presAssocID="{63C76FCE-706E-495C-9F83-B602F4E342A0}" presName="hierRoot1" presStyleCnt="0"/>
      <dgm:spPr/>
    </dgm:pt>
    <dgm:pt modelId="{CA7B63EC-9FA8-41BC-9693-45F48060AC4A}" type="pres">
      <dgm:prSet presAssocID="{63C76FCE-706E-495C-9F83-B602F4E342A0}" presName="composite" presStyleCnt="0"/>
      <dgm:spPr/>
    </dgm:pt>
    <dgm:pt modelId="{98E0855C-ACC4-4E90-9237-B8219907915E}" type="pres">
      <dgm:prSet presAssocID="{63C76FCE-706E-495C-9F83-B602F4E342A0}" presName="background" presStyleLbl="node0" presStyleIdx="2" presStyleCnt="3"/>
      <dgm:spPr/>
    </dgm:pt>
    <dgm:pt modelId="{87A2B2E5-B6A1-4265-A857-10E743AE760D}" type="pres">
      <dgm:prSet presAssocID="{63C76FCE-706E-495C-9F83-B602F4E342A0}" presName="text" presStyleLbl="fgAcc0" presStyleIdx="2" presStyleCnt="3">
        <dgm:presLayoutVars>
          <dgm:chPref val="3"/>
        </dgm:presLayoutVars>
      </dgm:prSet>
      <dgm:spPr/>
    </dgm:pt>
    <dgm:pt modelId="{0FB2ED1F-65E8-4D30-BE09-833C8B4AABE4}" type="pres">
      <dgm:prSet presAssocID="{63C76FCE-706E-495C-9F83-B602F4E342A0}" presName="hierChild2" presStyleCnt="0"/>
      <dgm:spPr/>
    </dgm:pt>
  </dgm:ptLst>
  <dgm:cxnLst>
    <dgm:cxn modelId="{C2BB1927-4017-4EC2-A4FC-7DD916CFA445}" type="presOf" srcId="{85C670CA-51CD-492D-8F8A-00710F4B96BC}" destId="{8D3E178D-B2F0-4257-9AEA-EE2538A0E020}" srcOrd="0" destOrd="0" presId="urn:microsoft.com/office/officeart/2005/8/layout/hierarchy1"/>
    <dgm:cxn modelId="{44AC7C76-188E-48C8-A7C1-9D10B96E4D6E}" srcId="{44E89A7E-A248-4C11-9AFA-8987C5ECE891}" destId="{85C670CA-51CD-492D-8F8A-00710F4B96BC}" srcOrd="1" destOrd="0" parTransId="{5263B415-D2CB-474F-B549-2A50236FE639}" sibTransId="{A1D8CB1E-D091-4BC9-B91D-EB3428593B66}"/>
    <dgm:cxn modelId="{21239676-F74F-4C55-8804-17876D49AA07}" srcId="{44E89A7E-A248-4C11-9AFA-8987C5ECE891}" destId="{AAC88B27-4313-4CF5-A35B-831A8454D476}" srcOrd="0" destOrd="0" parTransId="{40E39EA6-4032-4318-9129-57D536D65E3F}" sibTransId="{3B5E391E-223D-43EE-9825-B64690C4D0DA}"/>
    <dgm:cxn modelId="{62AFCB9B-C267-4C38-B772-FB97A585C07F}" type="presOf" srcId="{63C76FCE-706E-495C-9F83-B602F4E342A0}" destId="{87A2B2E5-B6A1-4265-A857-10E743AE760D}" srcOrd="0" destOrd="0" presId="urn:microsoft.com/office/officeart/2005/8/layout/hierarchy1"/>
    <dgm:cxn modelId="{F2AF6FB4-14A0-4DED-B44F-86F1EDE74D7B}" srcId="{44E89A7E-A248-4C11-9AFA-8987C5ECE891}" destId="{63C76FCE-706E-495C-9F83-B602F4E342A0}" srcOrd="2" destOrd="0" parTransId="{85584157-8990-4EF7-94A7-CC9EDEDD98B1}" sibTransId="{5C4F9A36-B320-4CE6-BE92-DE73827EC92E}"/>
    <dgm:cxn modelId="{7534E6C9-7400-4F26-B123-35FC05059E71}" type="presOf" srcId="{44E89A7E-A248-4C11-9AFA-8987C5ECE891}" destId="{4762BEFB-A5F6-4F4E-A279-298EDFFED1A4}" srcOrd="0" destOrd="0" presId="urn:microsoft.com/office/officeart/2005/8/layout/hierarchy1"/>
    <dgm:cxn modelId="{47A944D9-5EA1-4626-B9F3-924D28CD75DB}" type="presOf" srcId="{AAC88B27-4313-4CF5-A35B-831A8454D476}" destId="{F902A1D2-250D-4CF3-A6A1-51DAE84B873F}" srcOrd="0" destOrd="0" presId="urn:microsoft.com/office/officeart/2005/8/layout/hierarchy1"/>
    <dgm:cxn modelId="{0EFAB2F1-2476-4AF8-8BE7-F3801D0F7026}" type="presParOf" srcId="{4762BEFB-A5F6-4F4E-A279-298EDFFED1A4}" destId="{F7B251BB-47EB-4C5A-90ED-7C02BA27A893}" srcOrd="0" destOrd="0" presId="urn:microsoft.com/office/officeart/2005/8/layout/hierarchy1"/>
    <dgm:cxn modelId="{109648F8-B9E2-405C-8062-C663DC4313EC}" type="presParOf" srcId="{F7B251BB-47EB-4C5A-90ED-7C02BA27A893}" destId="{4BD39858-750F-4F5E-A7DB-CFF100805B94}" srcOrd="0" destOrd="0" presId="urn:microsoft.com/office/officeart/2005/8/layout/hierarchy1"/>
    <dgm:cxn modelId="{37D0F257-601A-431A-91A1-79E986B5163F}" type="presParOf" srcId="{4BD39858-750F-4F5E-A7DB-CFF100805B94}" destId="{B27CC37E-1DC4-4608-8E93-4F7523CB4BE1}" srcOrd="0" destOrd="0" presId="urn:microsoft.com/office/officeart/2005/8/layout/hierarchy1"/>
    <dgm:cxn modelId="{EDB75973-14DD-44A6-885D-5F545223EE09}" type="presParOf" srcId="{4BD39858-750F-4F5E-A7DB-CFF100805B94}" destId="{F902A1D2-250D-4CF3-A6A1-51DAE84B873F}" srcOrd="1" destOrd="0" presId="urn:microsoft.com/office/officeart/2005/8/layout/hierarchy1"/>
    <dgm:cxn modelId="{18C46B01-13E4-4F35-A2FA-8D08CDED58BD}" type="presParOf" srcId="{F7B251BB-47EB-4C5A-90ED-7C02BA27A893}" destId="{12606739-2443-48E7-A260-D61571F48B51}" srcOrd="1" destOrd="0" presId="urn:microsoft.com/office/officeart/2005/8/layout/hierarchy1"/>
    <dgm:cxn modelId="{AFB4D148-6249-4F91-8252-92750B3700F6}" type="presParOf" srcId="{4762BEFB-A5F6-4F4E-A279-298EDFFED1A4}" destId="{B5CCBD72-A76F-45EF-97C8-4DE77142CEE6}" srcOrd="1" destOrd="0" presId="urn:microsoft.com/office/officeart/2005/8/layout/hierarchy1"/>
    <dgm:cxn modelId="{0154C7DE-B94E-4516-87AE-1A79B2C88D33}" type="presParOf" srcId="{B5CCBD72-A76F-45EF-97C8-4DE77142CEE6}" destId="{6151C04A-C581-4039-B2BB-756D31935110}" srcOrd="0" destOrd="0" presId="urn:microsoft.com/office/officeart/2005/8/layout/hierarchy1"/>
    <dgm:cxn modelId="{6A1BF721-48CE-4DA5-8DA0-AA6B13598BCC}" type="presParOf" srcId="{6151C04A-C581-4039-B2BB-756D31935110}" destId="{4D78FC40-CFBE-483C-B8B4-A9135A893CB3}" srcOrd="0" destOrd="0" presId="urn:microsoft.com/office/officeart/2005/8/layout/hierarchy1"/>
    <dgm:cxn modelId="{005B92DC-6D23-4032-B8E7-B69B51E73C40}" type="presParOf" srcId="{6151C04A-C581-4039-B2BB-756D31935110}" destId="{8D3E178D-B2F0-4257-9AEA-EE2538A0E020}" srcOrd="1" destOrd="0" presId="urn:microsoft.com/office/officeart/2005/8/layout/hierarchy1"/>
    <dgm:cxn modelId="{CF1F3D0F-25A0-4E41-9862-1FD6B3919689}" type="presParOf" srcId="{B5CCBD72-A76F-45EF-97C8-4DE77142CEE6}" destId="{3B1D6B32-1B81-4CE2-8B8F-9E388B98B093}" srcOrd="1" destOrd="0" presId="urn:microsoft.com/office/officeart/2005/8/layout/hierarchy1"/>
    <dgm:cxn modelId="{D3AECD64-EB04-4E3C-9721-8F92D9981989}" type="presParOf" srcId="{4762BEFB-A5F6-4F4E-A279-298EDFFED1A4}" destId="{13E0A486-477A-4AEB-8027-C2DEC202164F}" srcOrd="2" destOrd="0" presId="urn:microsoft.com/office/officeart/2005/8/layout/hierarchy1"/>
    <dgm:cxn modelId="{CB5444C7-E931-4934-9811-CF34AB7FE784}" type="presParOf" srcId="{13E0A486-477A-4AEB-8027-C2DEC202164F}" destId="{CA7B63EC-9FA8-41BC-9693-45F48060AC4A}" srcOrd="0" destOrd="0" presId="urn:microsoft.com/office/officeart/2005/8/layout/hierarchy1"/>
    <dgm:cxn modelId="{50A69C81-4D3B-40B5-A98B-EF3BA1CC8266}" type="presParOf" srcId="{CA7B63EC-9FA8-41BC-9693-45F48060AC4A}" destId="{98E0855C-ACC4-4E90-9237-B8219907915E}" srcOrd="0" destOrd="0" presId="urn:microsoft.com/office/officeart/2005/8/layout/hierarchy1"/>
    <dgm:cxn modelId="{CBE0E3DD-B7BC-4B3D-A292-9B3CEE9FE9A3}" type="presParOf" srcId="{CA7B63EC-9FA8-41BC-9693-45F48060AC4A}" destId="{87A2B2E5-B6A1-4265-A857-10E743AE760D}" srcOrd="1" destOrd="0" presId="urn:microsoft.com/office/officeart/2005/8/layout/hierarchy1"/>
    <dgm:cxn modelId="{1AC28361-5B38-4600-8EDB-2F54F81AC53D}" type="presParOf" srcId="{13E0A486-477A-4AEB-8027-C2DEC202164F}" destId="{0FB2ED1F-65E8-4D30-BE09-833C8B4AABE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7DC3CC-0175-4850-8001-03BC7EAB5A0F}">
      <dsp:nvSpPr>
        <dsp:cNvPr id="0" name=""/>
        <dsp:cNvSpPr/>
      </dsp:nvSpPr>
      <dsp:spPr>
        <a:xfrm>
          <a:off x="0" y="2089"/>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82BE6C7-9DD1-4844-9787-866788996FF0}">
      <dsp:nvSpPr>
        <dsp:cNvPr id="0" name=""/>
        <dsp:cNvSpPr/>
      </dsp:nvSpPr>
      <dsp:spPr>
        <a:xfrm>
          <a:off x="0" y="2089"/>
          <a:ext cx="10515600" cy="142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 </a:t>
          </a:r>
          <a:r>
            <a:rPr lang="en-US" sz="2600" b="1" kern="1200" dirty="0"/>
            <a:t>Seat ECU (Electronic Control Unit)</a:t>
          </a:r>
          <a:r>
            <a:rPr lang="en-US" sz="2600" kern="1200" dirty="0"/>
            <a:t> is an embedded system in vehicles designed for adjusting the seat position (height, tilt, forward/backward), lumbar support, heating, and sometimes ventilation or massage functions. </a:t>
          </a:r>
        </a:p>
      </dsp:txBody>
      <dsp:txXfrm>
        <a:off x="0" y="2089"/>
        <a:ext cx="10515600" cy="1425052"/>
      </dsp:txXfrm>
    </dsp:sp>
    <dsp:sp modelId="{0E861A77-D97D-4FE9-B922-A9C44745B910}">
      <dsp:nvSpPr>
        <dsp:cNvPr id="0" name=""/>
        <dsp:cNvSpPr/>
      </dsp:nvSpPr>
      <dsp:spPr>
        <a:xfrm>
          <a:off x="0" y="1427141"/>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F092A37-007D-42C8-9BFB-F4AD65D75793}">
      <dsp:nvSpPr>
        <dsp:cNvPr id="0" name=""/>
        <dsp:cNvSpPr/>
      </dsp:nvSpPr>
      <dsp:spPr>
        <a:xfrm>
          <a:off x="0" y="1427141"/>
          <a:ext cx="10515600" cy="142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The Seat ECU acts as the central processing unit, receiving inputs from the user (buttons or touch controls) and controlling motors, sensors, and actuators accordingly.</a:t>
          </a:r>
        </a:p>
      </dsp:txBody>
      <dsp:txXfrm>
        <a:off x="0" y="1427141"/>
        <a:ext cx="10515600" cy="1425052"/>
      </dsp:txXfrm>
    </dsp:sp>
    <dsp:sp modelId="{17245A2B-CD94-46EB-B0FF-AA8C8912DE86}">
      <dsp:nvSpPr>
        <dsp:cNvPr id="0" name=""/>
        <dsp:cNvSpPr/>
      </dsp:nvSpPr>
      <dsp:spPr>
        <a:xfrm>
          <a:off x="0" y="285219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033CF8B-3234-4468-88EE-C891F3837E59}">
      <dsp:nvSpPr>
        <dsp:cNvPr id="0" name=""/>
        <dsp:cNvSpPr/>
      </dsp:nvSpPr>
      <dsp:spPr>
        <a:xfrm>
          <a:off x="0" y="2852194"/>
          <a:ext cx="10515600" cy="142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The Seat ECU is crucial for enhancing comfort, reducing driver fatigue, and improving safety by enabling precise, customizable seat adjustments and integrating with safety systems in modern vehicles.</a:t>
          </a:r>
        </a:p>
      </dsp:txBody>
      <dsp:txXfrm>
        <a:off x="0" y="2852194"/>
        <a:ext cx="10515600" cy="14250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9CF549-B78D-4184-9028-9C5E53BE60B6}">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631C23-FC1C-45D3-9C03-AAD94E4D3650}">
      <dsp:nvSpPr>
        <dsp:cNvPr id="0" name=""/>
        <dsp:cNvSpPr/>
      </dsp:nvSpPr>
      <dsp:spPr>
        <a:xfrm>
          <a:off x="350606" y="229141"/>
          <a:ext cx="9793094"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a:t>
          </a:r>
          <a:r>
            <a:rPr lang="en-US" sz="2600" b="1" kern="1200" dirty="0"/>
            <a:t>COMPONENTS</a:t>
          </a:r>
        </a:p>
      </dsp:txBody>
      <dsp:txXfrm>
        <a:off x="350606" y="229141"/>
        <a:ext cx="9793094" cy="458108"/>
      </dsp:txXfrm>
    </dsp:sp>
    <dsp:sp modelId="{09BC4C57-E5A2-4E00-8BE3-B73686C0C59C}">
      <dsp:nvSpPr>
        <dsp:cNvPr id="0" name=""/>
        <dsp:cNvSpPr/>
      </dsp:nvSpPr>
      <dsp:spPr>
        <a:xfrm>
          <a:off x="64288" y="171877"/>
          <a:ext cx="572636" cy="572636"/>
        </a:xfrm>
        <a:prstGeom prst="ellipse">
          <a:avLst/>
        </a:prstGeom>
        <a:solidFill>
          <a:schemeClr val="accent1">
            <a:lumMod val="40000"/>
            <a:lumOff val="6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D2FDCF-BC02-4B2B-BEB4-2F9CB4E32B03}">
      <dsp:nvSpPr>
        <dsp:cNvPr id="0" name=""/>
        <dsp:cNvSpPr/>
      </dsp:nvSpPr>
      <dsp:spPr>
        <a:xfrm>
          <a:off x="727432" y="916217"/>
          <a:ext cx="9416268"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System base chip IC : TLE92633BQXV33XUMA2 </a:t>
          </a:r>
        </a:p>
      </dsp:txBody>
      <dsp:txXfrm>
        <a:off x="727432" y="916217"/>
        <a:ext cx="9416268" cy="458108"/>
      </dsp:txXfrm>
    </dsp:sp>
    <dsp:sp modelId="{9FE4E1A2-32D2-472D-B687-C50B080B38CE}">
      <dsp:nvSpPr>
        <dsp:cNvPr id="0" name=""/>
        <dsp:cNvSpPr/>
      </dsp:nvSpPr>
      <dsp:spPr>
        <a:xfrm>
          <a:off x="441114" y="858954"/>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D8A0DA-DCFA-40A7-BC7A-BED0E5F72B92}">
      <dsp:nvSpPr>
        <dsp:cNvPr id="0" name=""/>
        <dsp:cNvSpPr/>
      </dsp:nvSpPr>
      <dsp:spPr>
        <a:xfrm>
          <a:off x="899745" y="1603293"/>
          <a:ext cx="9243955"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Motor driver IC : TLE92108-232QX </a:t>
          </a:r>
        </a:p>
      </dsp:txBody>
      <dsp:txXfrm>
        <a:off x="899745" y="1603293"/>
        <a:ext cx="9243955" cy="458108"/>
      </dsp:txXfrm>
    </dsp:sp>
    <dsp:sp modelId="{E5BFA939-DC75-44A8-8DFF-1C9B92A3BE5D}">
      <dsp:nvSpPr>
        <dsp:cNvPr id="0" name=""/>
        <dsp:cNvSpPr/>
      </dsp:nvSpPr>
      <dsp:spPr>
        <a:xfrm>
          <a:off x="613427" y="1546030"/>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1AD461-9BB7-4450-9F15-FE98CFD36AE1}">
      <dsp:nvSpPr>
        <dsp:cNvPr id="0" name=""/>
        <dsp:cNvSpPr/>
      </dsp:nvSpPr>
      <dsp:spPr>
        <a:xfrm>
          <a:off x="899745" y="2289935"/>
          <a:ext cx="9243955"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Microcontroller IC :RENESAS (R7F701686AFP-C )</a:t>
          </a:r>
        </a:p>
      </dsp:txBody>
      <dsp:txXfrm>
        <a:off x="899745" y="2289935"/>
        <a:ext cx="9243955" cy="458108"/>
      </dsp:txXfrm>
    </dsp:sp>
    <dsp:sp modelId="{1AED1F01-0E38-4176-982A-612F982884E5}">
      <dsp:nvSpPr>
        <dsp:cNvPr id="0" name=""/>
        <dsp:cNvSpPr/>
      </dsp:nvSpPr>
      <dsp:spPr>
        <a:xfrm>
          <a:off x="613427" y="2232671"/>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290E6B-DD98-43BC-8306-E3B2AE2F2F60}">
      <dsp:nvSpPr>
        <dsp:cNvPr id="0" name=""/>
        <dsp:cNvSpPr/>
      </dsp:nvSpPr>
      <dsp:spPr>
        <a:xfrm>
          <a:off x="727432" y="2977011"/>
          <a:ext cx="9416268"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High side driver : BTS7006-1EPP and BTS70082EPAXUMA1 </a:t>
          </a:r>
        </a:p>
      </dsp:txBody>
      <dsp:txXfrm>
        <a:off x="727432" y="2977011"/>
        <a:ext cx="9416268" cy="458108"/>
      </dsp:txXfrm>
    </dsp:sp>
    <dsp:sp modelId="{DB893665-DB6E-4AB8-816C-0AB3BA75F179}">
      <dsp:nvSpPr>
        <dsp:cNvPr id="0" name=""/>
        <dsp:cNvSpPr/>
      </dsp:nvSpPr>
      <dsp:spPr>
        <a:xfrm>
          <a:off x="441114" y="2919747"/>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A09E91-DF2D-48F4-8B69-164160B9917C}">
      <dsp:nvSpPr>
        <dsp:cNvPr id="0" name=""/>
        <dsp:cNvSpPr/>
      </dsp:nvSpPr>
      <dsp:spPr>
        <a:xfrm>
          <a:off x="350606" y="3664087"/>
          <a:ext cx="9793094" cy="458108"/>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 Low side driver : BTS3011TEATMA1</a:t>
          </a:r>
        </a:p>
      </dsp:txBody>
      <dsp:txXfrm>
        <a:off x="350606" y="3664087"/>
        <a:ext cx="9793094" cy="458108"/>
      </dsp:txXfrm>
    </dsp:sp>
    <dsp:sp modelId="{10AAA833-80B1-41AD-9384-7C860A862100}">
      <dsp:nvSpPr>
        <dsp:cNvPr id="0" name=""/>
        <dsp:cNvSpPr/>
      </dsp:nvSpPr>
      <dsp:spPr>
        <a:xfrm>
          <a:off x="64288" y="3606824"/>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CC37E-1DC4-4608-8E93-4F7523CB4BE1}">
      <dsp:nvSpPr>
        <dsp:cNvPr id="0" name=""/>
        <dsp:cNvSpPr/>
      </dsp:nvSpPr>
      <dsp:spPr>
        <a:xfrm>
          <a:off x="0" y="539865"/>
          <a:ext cx="2822702" cy="179241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902A1D2-250D-4CF3-A6A1-51DAE84B873F}">
      <dsp:nvSpPr>
        <dsp:cNvPr id="0" name=""/>
        <dsp:cNvSpPr/>
      </dsp:nvSpPr>
      <dsp:spPr>
        <a:xfrm>
          <a:off x="313633" y="837817"/>
          <a:ext cx="2822702" cy="179241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baseline="0"/>
            <a:t>Premium vs. Basic Models:</a:t>
          </a:r>
          <a:r>
            <a:rPr lang="en-US" sz="1400" b="0" i="0" kern="1200" baseline="0"/>
            <a:t> Luxury cars like the </a:t>
          </a:r>
          <a:r>
            <a:rPr lang="en-US" sz="1400" b="1" i="0" kern="1200" baseline="0"/>
            <a:t>Mercedes-Benz S-Class</a:t>
          </a:r>
          <a:r>
            <a:rPr lang="en-US" sz="1400" b="0" i="0" kern="1200" baseline="0"/>
            <a:t> offer multi-way power adjustments, memory functions, and climate-controlled seats, while basic models like the </a:t>
          </a:r>
          <a:r>
            <a:rPr lang="en-US" sz="1400" b="1" i="0" kern="1200" baseline="0"/>
            <a:t>Toyota Corolla</a:t>
          </a:r>
          <a:r>
            <a:rPr lang="en-US" sz="1400" b="0" i="0" kern="1200" baseline="0"/>
            <a:t> have limited manual or basic electronic adjustments.</a:t>
          </a:r>
          <a:endParaRPr lang="en-US" sz="1400" kern="1200"/>
        </a:p>
      </dsp:txBody>
      <dsp:txXfrm>
        <a:off x="366131" y="890315"/>
        <a:ext cx="2717706" cy="1687420"/>
      </dsp:txXfrm>
    </dsp:sp>
    <dsp:sp modelId="{4D78FC40-CFBE-483C-B8B4-A9135A893CB3}">
      <dsp:nvSpPr>
        <dsp:cNvPr id="0" name=""/>
        <dsp:cNvSpPr/>
      </dsp:nvSpPr>
      <dsp:spPr>
        <a:xfrm>
          <a:off x="3449970" y="539865"/>
          <a:ext cx="2822702" cy="179241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D3E178D-B2F0-4257-9AEA-EE2538A0E020}">
      <dsp:nvSpPr>
        <dsp:cNvPr id="0" name=""/>
        <dsp:cNvSpPr/>
      </dsp:nvSpPr>
      <dsp:spPr>
        <a:xfrm>
          <a:off x="3763603" y="837817"/>
          <a:ext cx="2822702" cy="179241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baseline="0" dirty="0"/>
            <a:t>Autonomous Seating Adjustments:</a:t>
          </a:r>
          <a:r>
            <a:rPr lang="en-US" sz="1400" b="0" i="0" kern="1200" baseline="0" dirty="0"/>
            <a:t> In vehicles like the </a:t>
          </a:r>
          <a:r>
            <a:rPr lang="en-US" sz="1400" b="1" i="0" kern="1200" baseline="0" dirty="0"/>
            <a:t>Tesla Model S</a:t>
          </a:r>
          <a:r>
            <a:rPr lang="en-US" sz="1400" b="0" i="0" kern="1200" baseline="0" dirty="0"/>
            <a:t>, seat positions adjust automatically based on driver profiles, offering a personalized experience.</a:t>
          </a:r>
          <a:endParaRPr lang="en-US" sz="1400" kern="1200" dirty="0"/>
        </a:p>
      </dsp:txBody>
      <dsp:txXfrm>
        <a:off x="3816101" y="890315"/>
        <a:ext cx="2717706" cy="1687420"/>
      </dsp:txXfrm>
    </dsp:sp>
    <dsp:sp modelId="{98E0855C-ACC4-4E90-9237-B8219907915E}">
      <dsp:nvSpPr>
        <dsp:cNvPr id="0" name=""/>
        <dsp:cNvSpPr/>
      </dsp:nvSpPr>
      <dsp:spPr>
        <a:xfrm>
          <a:off x="6899940" y="539865"/>
          <a:ext cx="2822702" cy="179241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7A2B2E5-B6A1-4265-A857-10E743AE760D}">
      <dsp:nvSpPr>
        <dsp:cNvPr id="0" name=""/>
        <dsp:cNvSpPr/>
      </dsp:nvSpPr>
      <dsp:spPr>
        <a:xfrm>
          <a:off x="7213574" y="837817"/>
          <a:ext cx="2822702" cy="179241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baseline="0" dirty="0"/>
            <a:t>Integration with ADAS:</a:t>
          </a:r>
          <a:r>
            <a:rPr lang="en-US" sz="1400" b="0" i="0" kern="1200" baseline="0" dirty="0"/>
            <a:t> In cars like </a:t>
          </a:r>
          <a:r>
            <a:rPr lang="en-US" sz="1400" b="1" i="0" kern="1200" baseline="0" dirty="0"/>
            <a:t>Volvo</a:t>
          </a:r>
          <a:r>
            <a:rPr lang="en-US" sz="1400" b="0" i="0" kern="1200" baseline="0" dirty="0"/>
            <a:t>, seat adjustments are integrated with ADAS for safety, automatically repositioning the seat during potential collisions or in autonomous driving modes.</a:t>
          </a:r>
          <a:endParaRPr lang="en-US" sz="1400" kern="1200" dirty="0"/>
        </a:p>
      </dsp:txBody>
      <dsp:txXfrm>
        <a:off x="7266072" y="890315"/>
        <a:ext cx="2717706" cy="168742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165FF-8778-9F3E-D5B0-191208A30A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5BD24B-4A9D-7864-F823-EDDDBB943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466677-EC9A-02E4-3AAB-00874EB85A9D}"/>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DC4FCD4D-545F-5F2B-916D-11E4C305D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0543A-9A0A-191A-C1F9-112EA27384AA}"/>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105737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1392C-B611-1AF4-F850-459D367EE7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812F5E-9CE1-0916-BC12-0590862892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6D8EC2-4535-4E33-3210-BF0955330257}"/>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F167BDD5-77C5-4563-424E-47677EDB72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A39BCE-D54C-F555-5F0B-769527337B63}"/>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4163723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1FF83-C069-AFF1-D5FB-8AD2ABB55B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1674F9-5D0B-2BA9-234D-46DD9BEAF3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AB9FF-29BF-0184-A519-AAFDCB2910B1}"/>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5895C166-08C0-FD0B-0799-BFEB1F455C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81AFD3-32C1-7988-FBBF-83B52E4299AA}"/>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281710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1D2B-5F13-2663-B9FE-E4DA6317E4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3909BC-BCF2-DFB6-4A09-D73CFBC1CE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1666B6-8479-844A-F8D3-99564E0369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C88E76-38D5-8037-F3A7-A6E0AD632148}"/>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6" name="Footer Placeholder 5">
            <a:extLst>
              <a:ext uri="{FF2B5EF4-FFF2-40B4-BE49-F238E27FC236}">
                <a16:creationId xmlns:a16="http://schemas.microsoft.com/office/drawing/2014/main" id="{19D0F721-4CB5-88B0-D159-46D3665441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AF6F7-9069-9EBE-6CB3-0F8AC1A34D55}"/>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1076556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F5B4-84DF-66C4-10E2-D69D1E828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A7A959-BF76-3972-DB7C-86DE0D2FA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EAE3A-AC57-61C6-28DA-0580D536D8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7930A7-620E-6171-CA0F-17B0A34A9F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618079-C5B3-71D0-BC2E-5AE55C3DE2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972C89-7952-F84F-DFD7-D4F48C93F9A4}"/>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8" name="Footer Placeholder 7">
            <a:extLst>
              <a:ext uri="{FF2B5EF4-FFF2-40B4-BE49-F238E27FC236}">
                <a16:creationId xmlns:a16="http://schemas.microsoft.com/office/drawing/2014/main" id="{ADF32CA8-0422-19FA-F292-796BB756D9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150DE8-BA54-5D00-BBE1-FF41F4C468CA}"/>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181465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B0EF-90EF-6CC3-E2A5-0340D48ED2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2FAA2E-3AA2-CA7D-8002-78992138A345}"/>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4" name="Footer Placeholder 3">
            <a:extLst>
              <a:ext uri="{FF2B5EF4-FFF2-40B4-BE49-F238E27FC236}">
                <a16:creationId xmlns:a16="http://schemas.microsoft.com/office/drawing/2014/main" id="{A0A50B51-8F68-FFDB-365B-6FA6D6BF1E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1B5750-AB28-D6FE-C28C-30C1A2056080}"/>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3185838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E26BD1-C0F4-3A9F-54BB-01ED5EB486EF}"/>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3" name="Footer Placeholder 2">
            <a:extLst>
              <a:ext uri="{FF2B5EF4-FFF2-40B4-BE49-F238E27FC236}">
                <a16:creationId xmlns:a16="http://schemas.microsoft.com/office/drawing/2014/main" id="{9838AF99-872B-5E34-112E-80203CE134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8F4A64-2950-2A68-4D29-417887F8C0B6}"/>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492483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54059-D23D-958C-0CE7-A10F94122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93C767-0F44-1537-9B8F-B8DC6A525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E4A48C-4A0E-73B3-5064-338D43686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F05406-097E-D273-EA7C-AB0A11205B90}"/>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6" name="Footer Placeholder 5">
            <a:extLst>
              <a:ext uri="{FF2B5EF4-FFF2-40B4-BE49-F238E27FC236}">
                <a16:creationId xmlns:a16="http://schemas.microsoft.com/office/drawing/2014/main" id="{2E392079-7538-79F0-9749-5F85B94B0A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6720EC-032C-91AA-EAFC-E297FF0F0742}"/>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39512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4434-677E-CADF-AC03-FCCE13F7BF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7A4504-CF7A-340A-1EBF-212949E3F8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480AD8-6A2C-06E8-CCA0-2BA08E332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2B92F-16EA-A75B-21E7-91C5B388E3BD}"/>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6" name="Footer Placeholder 5">
            <a:extLst>
              <a:ext uri="{FF2B5EF4-FFF2-40B4-BE49-F238E27FC236}">
                <a16:creationId xmlns:a16="http://schemas.microsoft.com/office/drawing/2014/main" id="{72DA6C10-D395-F612-BD97-5D110DFA9D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9F8B9F-F7AF-DC9D-3AC5-5262C0D3F005}"/>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242430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70218-82D6-7818-300C-083BF80D44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42A5C5-75BB-2180-219C-2F71C76462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FC269-A897-9102-4149-687C9A800F21}"/>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A28134AF-6014-C729-0069-D542811CD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B963AD-F164-554A-3C9D-5CBA36A215E0}"/>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3314591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D1A658-F046-DD9D-6A20-5EED2FA528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5F4C2C-21D7-CF6A-F60B-EB5E2748EE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41C6A7-53DD-BE9E-8BF2-5F09EB7B9DB3}"/>
              </a:ext>
            </a:extLst>
          </p:cNvPr>
          <p:cNvSpPr>
            <a:spLocks noGrp="1"/>
          </p:cNvSpPr>
          <p:nvPr>
            <p:ph type="dt" sz="half" idx="10"/>
          </p:nvPr>
        </p:nvSpPr>
        <p:spPr/>
        <p:txBody>
          <a:body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DAA696F4-562E-9C5D-F273-397D20D405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6526D7-30DE-5588-1685-F13DBDE1FA61}"/>
              </a:ext>
            </a:extLst>
          </p:cNvPr>
          <p:cNvSpPr>
            <a:spLocks noGrp="1"/>
          </p:cNvSpPr>
          <p:nvPr>
            <p:ph type="sldNum" sz="quarter" idx="12"/>
          </p:nvPr>
        </p:nvSpPr>
        <p:spPr/>
        <p:txBody>
          <a:bodyPr/>
          <a:lstStyle/>
          <a:p>
            <a:fld id="{1B546921-7427-4D2D-B6B0-E137F9793EFA}" type="slidenum">
              <a:rPr lang="en-IN" smtClean="0"/>
              <a:t>‹#›</a:t>
            </a:fld>
            <a:endParaRPr lang="en-IN"/>
          </a:p>
        </p:txBody>
      </p:sp>
    </p:spTree>
    <p:extLst>
      <p:ext uri="{BB962C8B-B14F-4D97-AF65-F5344CB8AC3E}">
        <p14:creationId xmlns:p14="http://schemas.microsoft.com/office/powerpoint/2010/main" val="3039210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BDD849-6529-94CE-7BCB-DF55DDA3A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A7C764-46B0-C24F-48A5-B381333E9B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3F49E0-0229-A46A-75EE-A48E2ED85F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23B31-D785-4A9E-87AF-A75AAB934B3B}" type="datetimeFigureOut">
              <a:rPr lang="en-IN" smtClean="0"/>
              <a:t>10-11-2024</a:t>
            </a:fld>
            <a:endParaRPr lang="en-IN"/>
          </a:p>
        </p:txBody>
      </p:sp>
      <p:sp>
        <p:nvSpPr>
          <p:cNvPr id="5" name="Footer Placeholder 4">
            <a:extLst>
              <a:ext uri="{FF2B5EF4-FFF2-40B4-BE49-F238E27FC236}">
                <a16:creationId xmlns:a16="http://schemas.microsoft.com/office/drawing/2014/main" id="{8042006C-0A1D-8F64-EFB8-46FBF4242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F6F2CB-1FBC-7BA8-C89F-F72EDBD2BC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546921-7427-4D2D-B6B0-E137F9793EFA}" type="slidenum">
              <a:rPr lang="en-IN" smtClean="0"/>
              <a:t>‹#›</a:t>
            </a:fld>
            <a:endParaRPr lang="en-IN"/>
          </a:p>
        </p:txBody>
      </p:sp>
    </p:spTree>
    <p:extLst>
      <p:ext uri="{BB962C8B-B14F-4D97-AF65-F5344CB8AC3E}">
        <p14:creationId xmlns:p14="http://schemas.microsoft.com/office/powerpoint/2010/main" val="2977613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23284-4568-2712-6C50-46D99CAE3A8F}"/>
              </a:ext>
            </a:extLst>
          </p:cNvPr>
          <p:cNvSpPr>
            <a:spLocks noGrp="1"/>
          </p:cNvSpPr>
          <p:nvPr>
            <p:ph type="ctrTitle"/>
          </p:nvPr>
        </p:nvSpPr>
        <p:spPr>
          <a:xfrm>
            <a:off x="718457" y="1676400"/>
            <a:ext cx="10874829" cy="2027435"/>
          </a:xfrm>
        </p:spPr>
        <p:txBody>
          <a:bodyPr>
            <a:normAutofit/>
          </a:bodyPr>
          <a:lstStyle/>
          <a:p>
            <a:r>
              <a:rPr lang="en-US" sz="6000" b="1" kern="1200" dirty="0">
                <a:solidFill>
                  <a:schemeClr val="tx2">
                    <a:lumMod val="50000"/>
                  </a:schemeClr>
                </a:solidFill>
                <a:effectLst/>
                <a:latin typeface="Times New Roman" panose="02020603050405020304" pitchFamily="18" charset="0"/>
                <a:cs typeface="Times New Roman" panose="02020603050405020304" pitchFamily="18" charset="0"/>
              </a:rPr>
              <a:t>SEAT </a:t>
            </a:r>
            <a:r>
              <a:rPr lang="en-US" b="1" dirty="0">
                <a:solidFill>
                  <a:schemeClr val="tx2">
                    <a:lumMod val="50000"/>
                  </a:schemeClr>
                </a:solidFill>
                <a:latin typeface="Times New Roman" panose="02020603050405020304" pitchFamily="18" charset="0"/>
                <a:cs typeface="Times New Roman" panose="02020603050405020304" pitchFamily="18" charset="0"/>
              </a:rPr>
              <a:t>ELECTRONIC    CONTROL UNIT</a:t>
            </a:r>
            <a:endParaRPr lang="en-IN"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6AB5D58-7147-414C-3D13-C292CAA58DFF}"/>
              </a:ext>
            </a:extLst>
          </p:cNvPr>
          <p:cNvSpPr txBox="1"/>
          <p:nvPr/>
        </p:nvSpPr>
        <p:spPr>
          <a:xfrm>
            <a:off x="1789471" y="5215292"/>
            <a:ext cx="2972417" cy="369332"/>
          </a:xfrm>
          <a:prstGeom prst="rect">
            <a:avLst/>
          </a:prstGeom>
          <a:noFill/>
        </p:spPr>
        <p:txBody>
          <a:bodyPr wrap="none" rtlCol="0">
            <a:spAutoFit/>
          </a:bodyPr>
          <a:lstStyle/>
          <a:p>
            <a:r>
              <a:rPr lang="en-US" b="1" i="0" dirty="0">
                <a:solidFill>
                  <a:srgbClr val="222A35"/>
                </a:solidFill>
                <a:effectLst/>
              </a:rPr>
              <a:t>Guided By:  Dr. P. B. </a:t>
            </a:r>
            <a:r>
              <a:rPr lang="en-US" b="1" i="0" dirty="0" err="1">
                <a:solidFill>
                  <a:srgbClr val="222A35"/>
                </a:solidFill>
                <a:effectLst/>
              </a:rPr>
              <a:t>Chopade</a:t>
            </a:r>
            <a:endParaRPr lang="en-US" dirty="0">
              <a:solidFill>
                <a:srgbClr val="222A35"/>
              </a:solidFill>
            </a:endParaRPr>
          </a:p>
        </p:txBody>
      </p:sp>
      <p:sp>
        <p:nvSpPr>
          <p:cNvPr id="7" name="TextBox 6">
            <a:extLst>
              <a:ext uri="{FF2B5EF4-FFF2-40B4-BE49-F238E27FC236}">
                <a16:creationId xmlns:a16="http://schemas.microsoft.com/office/drawing/2014/main" id="{F3558246-F9BE-55A2-88E7-B05EBFAB7760}"/>
              </a:ext>
            </a:extLst>
          </p:cNvPr>
          <p:cNvSpPr txBox="1"/>
          <p:nvPr/>
        </p:nvSpPr>
        <p:spPr>
          <a:xfrm>
            <a:off x="1789471" y="4017335"/>
            <a:ext cx="1264577" cy="369332"/>
          </a:xfrm>
          <a:prstGeom prst="rect">
            <a:avLst/>
          </a:prstGeom>
          <a:noFill/>
        </p:spPr>
        <p:txBody>
          <a:bodyPr wrap="none" rtlCol="0">
            <a:spAutoFit/>
          </a:bodyPr>
          <a:lstStyle/>
          <a:p>
            <a:r>
              <a:rPr lang="en-US" b="1" dirty="0">
                <a:solidFill>
                  <a:srgbClr val="084878"/>
                </a:solidFill>
              </a:rPr>
              <a:t>Present By:</a:t>
            </a:r>
          </a:p>
        </p:txBody>
      </p:sp>
      <p:sp>
        <p:nvSpPr>
          <p:cNvPr id="8" name="TextBox 7">
            <a:extLst>
              <a:ext uri="{FF2B5EF4-FFF2-40B4-BE49-F238E27FC236}">
                <a16:creationId xmlns:a16="http://schemas.microsoft.com/office/drawing/2014/main" id="{DA0B89E1-4F88-B328-21D6-EE576C40905F}"/>
              </a:ext>
            </a:extLst>
          </p:cNvPr>
          <p:cNvSpPr txBox="1"/>
          <p:nvPr/>
        </p:nvSpPr>
        <p:spPr>
          <a:xfrm>
            <a:off x="2922335" y="3997899"/>
            <a:ext cx="3293787" cy="923330"/>
          </a:xfrm>
          <a:prstGeom prst="rect">
            <a:avLst/>
          </a:prstGeom>
          <a:noFill/>
        </p:spPr>
        <p:txBody>
          <a:bodyPr wrap="none" rtlCol="0">
            <a:spAutoFit/>
          </a:bodyPr>
          <a:lstStyle/>
          <a:p>
            <a:r>
              <a:rPr lang="en-US" b="1" dirty="0">
                <a:solidFill>
                  <a:srgbClr val="084878"/>
                </a:solidFill>
              </a:rPr>
              <a:t>1) </a:t>
            </a:r>
            <a:r>
              <a:rPr lang="en-IN" sz="1800" b="1" dirty="0">
                <a:solidFill>
                  <a:srgbClr val="084878"/>
                </a:solidFill>
              </a:rPr>
              <a:t>Tejas Desale        (72292474H)</a:t>
            </a:r>
            <a:endParaRPr lang="en-US" b="1" dirty="0">
              <a:solidFill>
                <a:srgbClr val="084878"/>
              </a:solidFill>
            </a:endParaRPr>
          </a:p>
          <a:p>
            <a:r>
              <a:rPr lang="en-US" b="1" dirty="0">
                <a:solidFill>
                  <a:srgbClr val="084878"/>
                </a:solidFill>
              </a:rPr>
              <a:t>2)</a:t>
            </a:r>
            <a:r>
              <a:rPr lang="en-IN" sz="1800" b="1" dirty="0">
                <a:solidFill>
                  <a:srgbClr val="084878"/>
                </a:solidFill>
              </a:rPr>
              <a:t> Nirbhay Khande (72292569H)</a:t>
            </a:r>
          </a:p>
          <a:p>
            <a:r>
              <a:rPr lang="en-IN" b="1" dirty="0">
                <a:solidFill>
                  <a:srgbClr val="084878"/>
                </a:solidFill>
              </a:rPr>
              <a:t>3) </a:t>
            </a:r>
            <a:r>
              <a:rPr lang="en-IN" sz="1800" b="1" dirty="0">
                <a:solidFill>
                  <a:srgbClr val="084878"/>
                </a:solidFill>
              </a:rPr>
              <a:t>Pratik Pawar       (72292665M)</a:t>
            </a:r>
            <a:endParaRPr lang="en-US" b="1" dirty="0">
              <a:solidFill>
                <a:srgbClr val="084878"/>
              </a:solidFill>
            </a:endParaRPr>
          </a:p>
        </p:txBody>
      </p:sp>
    </p:spTree>
    <p:extLst>
      <p:ext uri="{BB962C8B-B14F-4D97-AF65-F5344CB8AC3E}">
        <p14:creationId xmlns:p14="http://schemas.microsoft.com/office/powerpoint/2010/main" val="3191363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AEDB-9095-DAEA-F171-371D1B9A11E4}"/>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9E5804B2-8219-EF65-BF93-5CB3C2EB7AD8}"/>
              </a:ext>
            </a:extLst>
          </p:cNvPr>
          <p:cNvGraphicFramePr>
            <a:graphicFrameLocks noGrp="1"/>
          </p:cNvGraphicFramePr>
          <p:nvPr>
            <p:ph idx="1"/>
            <p:extLst>
              <p:ext uri="{D42A27DB-BD31-4B8C-83A1-F6EECF244321}">
                <p14:modId xmlns:p14="http://schemas.microsoft.com/office/powerpoint/2010/main" val="1032505160"/>
              </p:ext>
            </p:extLst>
          </p:nvPr>
        </p:nvGraphicFramePr>
        <p:xfrm>
          <a:off x="838200" y="1897627"/>
          <a:ext cx="10515600" cy="4279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9541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80DFA53B-973C-0547-A731-89CFB671DAA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2B0AE12-0A36-2CB9-0F7F-5763224DEB4A}"/>
              </a:ext>
            </a:extLst>
          </p:cNvPr>
          <p:cNvSpPr txBox="1"/>
          <p:nvPr/>
        </p:nvSpPr>
        <p:spPr>
          <a:xfrm>
            <a:off x="9468465" y="3185652"/>
            <a:ext cx="184731" cy="369332"/>
          </a:xfrm>
          <a:prstGeom prst="rect">
            <a:avLst/>
          </a:prstGeom>
          <a:noFill/>
        </p:spPr>
        <p:txBody>
          <a:bodyPr wrap="none" rtlCol="0">
            <a:spAutoFit/>
          </a:bodyPr>
          <a:lstStyle/>
          <a:p>
            <a:endParaRPr lang="en-US" dirty="0"/>
          </a:p>
        </p:txBody>
      </p:sp>
      <p:pic>
        <p:nvPicPr>
          <p:cNvPr id="6" name="Picture 5" descr="A close up of a car seat&#10;&#10;Description automatically generated">
            <a:extLst>
              <a:ext uri="{FF2B5EF4-FFF2-40B4-BE49-F238E27FC236}">
                <a16:creationId xmlns:a16="http://schemas.microsoft.com/office/drawing/2014/main" id="{F52710CA-3D79-175C-1D56-473009A7F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453" y="2244465"/>
            <a:ext cx="3750701" cy="2621038"/>
          </a:xfrm>
          <a:prstGeom prst="rect">
            <a:avLst/>
          </a:prstGeom>
        </p:spPr>
      </p:pic>
      <p:pic>
        <p:nvPicPr>
          <p:cNvPr id="5" name="Picture 4">
            <a:extLst>
              <a:ext uri="{FF2B5EF4-FFF2-40B4-BE49-F238E27FC236}">
                <a16:creationId xmlns:a16="http://schemas.microsoft.com/office/drawing/2014/main" id="{55B2D94F-5975-40E2-7F7E-1714AE28D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7343" y="1581419"/>
            <a:ext cx="5276850" cy="4582130"/>
          </a:xfrm>
          <a:prstGeom prst="rect">
            <a:avLst/>
          </a:prstGeom>
        </p:spPr>
      </p:pic>
    </p:spTree>
    <p:extLst>
      <p:ext uri="{BB962C8B-B14F-4D97-AF65-F5344CB8AC3E}">
        <p14:creationId xmlns:p14="http://schemas.microsoft.com/office/powerpoint/2010/main" val="3881322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93845998-9870-00B2-B2E9-6114CA00A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B9B92-7F2F-50E6-B9DC-DA31686548CE}"/>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SYSTEM OVERVIEW</a:t>
            </a:r>
            <a:endParaRPr lang="en-IN" sz="2800" b="1" dirty="0">
              <a:latin typeface="Times New Roman" panose="02020603050405020304" pitchFamily="18" charset="0"/>
              <a:cs typeface="Times New Roman" panose="02020603050405020304" pitchFamily="18" charset="0"/>
            </a:endParaRPr>
          </a:p>
        </p:txBody>
      </p:sp>
      <p:graphicFrame>
        <p:nvGraphicFramePr>
          <p:cNvPr id="8" name="Content Placeholder 3">
            <a:extLst>
              <a:ext uri="{FF2B5EF4-FFF2-40B4-BE49-F238E27FC236}">
                <a16:creationId xmlns:a16="http://schemas.microsoft.com/office/drawing/2014/main" id="{1A5E0D5E-3B04-63C7-93CC-7B698A966528}"/>
              </a:ext>
            </a:extLst>
          </p:cNvPr>
          <p:cNvGraphicFramePr>
            <a:graphicFrameLocks noGrp="1"/>
          </p:cNvGraphicFramePr>
          <p:nvPr>
            <p:ph idx="1"/>
            <p:extLst>
              <p:ext uri="{D42A27DB-BD31-4B8C-83A1-F6EECF244321}">
                <p14:modId xmlns:p14="http://schemas.microsoft.com/office/powerpoint/2010/main" val="1321148688"/>
              </p:ext>
            </p:extLst>
          </p:nvPr>
        </p:nvGraphicFramePr>
        <p:xfrm>
          <a:off x="994287" y="1756799"/>
          <a:ext cx="10203426"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8EE21FF6-AE5E-03D0-53F8-54B5CE988093}"/>
              </a:ext>
            </a:extLst>
          </p:cNvPr>
          <p:cNvSpPr txBox="1"/>
          <p:nvPr/>
        </p:nvSpPr>
        <p:spPr>
          <a:xfrm>
            <a:off x="1559355" y="2671085"/>
            <a:ext cx="340158" cy="461665"/>
          </a:xfrm>
          <a:prstGeom prst="rect">
            <a:avLst/>
          </a:prstGeom>
          <a:noFill/>
        </p:spPr>
        <p:txBody>
          <a:bodyPr wrap="none" rtlCol="0">
            <a:spAutoFit/>
          </a:bodyPr>
          <a:lstStyle/>
          <a:p>
            <a:r>
              <a:rPr lang="en-US" sz="2400" dirty="0"/>
              <a:t>1</a:t>
            </a:r>
          </a:p>
        </p:txBody>
      </p:sp>
      <p:sp>
        <p:nvSpPr>
          <p:cNvPr id="9" name="TextBox 8">
            <a:extLst>
              <a:ext uri="{FF2B5EF4-FFF2-40B4-BE49-F238E27FC236}">
                <a16:creationId xmlns:a16="http://schemas.microsoft.com/office/drawing/2014/main" id="{3BEB2CDB-3D9E-2F30-50A0-91A94EF29C4D}"/>
              </a:ext>
            </a:extLst>
          </p:cNvPr>
          <p:cNvSpPr txBox="1"/>
          <p:nvPr/>
        </p:nvSpPr>
        <p:spPr>
          <a:xfrm>
            <a:off x="1778596" y="3340370"/>
            <a:ext cx="340158" cy="461665"/>
          </a:xfrm>
          <a:prstGeom prst="rect">
            <a:avLst/>
          </a:prstGeom>
          <a:noFill/>
        </p:spPr>
        <p:txBody>
          <a:bodyPr wrap="none" rtlCol="0">
            <a:spAutoFit/>
          </a:bodyPr>
          <a:lstStyle/>
          <a:p>
            <a:r>
              <a:rPr lang="en-US" sz="2400" dirty="0"/>
              <a:t>2</a:t>
            </a:r>
          </a:p>
        </p:txBody>
      </p:sp>
      <p:sp>
        <p:nvSpPr>
          <p:cNvPr id="10" name="TextBox 9">
            <a:extLst>
              <a:ext uri="{FF2B5EF4-FFF2-40B4-BE49-F238E27FC236}">
                <a16:creationId xmlns:a16="http://schemas.microsoft.com/office/drawing/2014/main" id="{C382D262-7360-4A2C-6606-D9A259D3ABC5}"/>
              </a:ext>
            </a:extLst>
          </p:cNvPr>
          <p:cNvSpPr txBox="1"/>
          <p:nvPr/>
        </p:nvSpPr>
        <p:spPr>
          <a:xfrm>
            <a:off x="1733407" y="4055374"/>
            <a:ext cx="340158" cy="461665"/>
          </a:xfrm>
          <a:prstGeom prst="rect">
            <a:avLst/>
          </a:prstGeom>
          <a:noFill/>
        </p:spPr>
        <p:txBody>
          <a:bodyPr wrap="none" rtlCol="0">
            <a:spAutoFit/>
          </a:bodyPr>
          <a:lstStyle/>
          <a:p>
            <a:r>
              <a:rPr lang="en-US" sz="2400" dirty="0"/>
              <a:t>3</a:t>
            </a:r>
          </a:p>
        </p:txBody>
      </p:sp>
      <p:sp>
        <p:nvSpPr>
          <p:cNvPr id="11" name="TextBox 10">
            <a:extLst>
              <a:ext uri="{FF2B5EF4-FFF2-40B4-BE49-F238E27FC236}">
                <a16:creationId xmlns:a16="http://schemas.microsoft.com/office/drawing/2014/main" id="{54B1C751-5725-7A70-A730-0117A7DE5AAA}"/>
              </a:ext>
            </a:extLst>
          </p:cNvPr>
          <p:cNvSpPr txBox="1"/>
          <p:nvPr/>
        </p:nvSpPr>
        <p:spPr>
          <a:xfrm>
            <a:off x="1563328" y="4709260"/>
            <a:ext cx="340158" cy="461665"/>
          </a:xfrm>
          <a:prstGeom prst="rect">
            <a:avLst/>
          </a:prstGeom>
          <a:noFill/>
        </p:spPr>
        <p:txBody>
          <a:bodyPr wrap="none" rtlCol="0">
            <a:spAutoFit/>
          </a:bodyPr>
          <a:lstStyle/>
          <a:p>
            <a:r>
              <a:rPr lang="en-US" sz="2400" dirty="0"/>
              <a:t>4</a:t>
            </a:r>
          </a:p>
        </p:txBody>
      </p:sp>
      <p:sp>
        <p:nvSpPr>
          <p:cNvPr id="12" name="TextBox 11">
            <a:extLst>
              <a:ext uri="{FF2B5EF4-FFF2-40B4-BE49-F238E27FC236}">
                <a16:creationId xmlns:a16="http://schemas.microsoft.com/office/drawing/2014/main" id="{B22FB94E-73C2-1630-8C41-7B41E7D4D464}"/>
              </a:ext>
            </a:extLst>
          </p:cNvPr>
          <p:cNvSpPr txBox="1"/>
          <p:nvPr/>
        </p:nvSpPr>
        <p:spPr>
          <a:xfrm>
            <a:off x="1223170" y="5424264"/>
            <a:ext cx="340158" cy="461665"/>
          </a:xfrm>
          <a:prstGeom prst="rect">
            <a:avLst/>
          </a:prstGeom>
          <a:noFill/>
        </p:spPr>
        <p:txBody>
          <a:bodyPr wrap="none" rtlCol="0">
            <a:spAutoFit/>
          </a:bodyPr>
          <a:lstStyle/>
          <a:p>
            <a:r>
              <a:rPr lang="en-US" sz="2400" dirty="0"/>
              <a:t>5</a:t>
            </a:r>
          </a:p>
        </p:txBody>
      </p:sp>
    </p:spTree>
    <p:extLst>
      <p:ext uri="{BB962C8B-B14F-4D97-AF65-F5344CB8AC3E}">
        <p14:creationId xmlns:p14="http://schemas.microsoft.com/office/powerpoint/2010/main" val="139869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46881AB2-F338-3310-5D9E-F0349C645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128D4-51A0-E14C-64D1-EBEF6BD85381}"/>
              </a:ext>
            </a:extLst>
          </p:cNvPr>
          <p:cNvSpPr>
            <a:spLocks noGrp="1"/>
          </p:cNvSpPr>
          <p:nvPr>
            <p:ph type="title"/>
          </p:nvPr>
        </p:nvSpPr>
        <p:spPr>
          <a:xfrm>
            <a:off x="211667" y="988108"/>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ARCHITECTURE</a:t>
            </a:r>
            <a:endParaRPr lang="en-IN" sz="2800" b="1"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DF33A1FB-A347-AC75-6493-1056CD0BB61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1151" b="12457"/>
          <a:stretch/>
        </p:blipFill>
        <p:spPr>
          <a:xfrm>
            <a:off x="711083" y="1684865"/>
            <a:ext cx="10016184" cy="4223804"/>
          </a:xfrm>
        </p:spPr>
      </p:pic>
    </p:spTree>
    <p:extLst>
      <p:ext uri="{BB962C8B-B14F-4D97-AF65-F5344CB8AC3E}">
        <p14:creationId xmlns:p14="http://schemas.microsoft.com/office/powerpoint/2010/main" val="3944711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457A61A3-FC6C-9D36-4FAA-A7ADC8C3A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F6AC4-E922-120D-584F-226B99871BE1}"/>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1. System Base Chip IC: TLE92633BQXV33XUMA2</a:t>
            </a:r>
            <a:endParaRPr lang="en-IN" sz="28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7F9425D0-8690-D1B2-61F0-58F2797300B5}"/>
              </a:ext>
            </a:extLst>
          </p:cNvPr>
          <p:cNvSpPr>
            <a:spLocks noGrp="1" noChangeArrowheads="1"/>
          </p:cNvSpPr>
          <p:nvPr>
            <p:ph idx="1"/>
          </p:nvPr>
        </p:nvSpPr>
        <p:spPr bwMode="auto">
          <a:xfrm>
            <a:off x="800714" y="2326310"/>
            <a:ext cx="1059057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ea typeface="Calibri" panose="020F0502020204030204" pitchFamily="34" charset="0"/>
                <a:cs typeface="Calibri" panose="020F0502020204030204" pitchFamily="34" charset="0"/>
              </a:rPr>
              <a:t>Functionality:</a:t>
            </a:r>
            <a:endParaRPr kumimoji="0" lang="en-US" altLang="en-US" sz="1800"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Acts as a power supply IC and provides voltage regulators (like 5V/3.3V) for powering various ECU components.</a:t>
            </a: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Includes safety features such as watchdog timers, fail-safe outputs, and diagnostic functionality.</a:t>
            </a:r>
          </a:p>
          <a:p>
            <a:pPr marL="457200" lvl="1" indent="0" eaLnBrk="0" fontAlgn="base" hangingPunct="0">
              <a:lnSpc>
                <a:spcPct val="100000"/>
              </a:lnSpc>
              <a:spcBef>
                <a:spcPct val="0"/>
              </a:spcBef>
              <a:spcAft>
                <a:spcPct val="0"/>
              </a:spcAft>
              <a:buNone/>
            </a:pPr>
            <a:endParaRPr kumimoji="0" lang="en-US" altLang="en-US" sz="1700"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cs typeface="Times New Roman" panose="02020603050405020304" pitchFamily="18" charset="0"/>
              </a:rPr>
              <a:t>Key Features:</a:t>
            </a:r>
            <a:endParaRPr kumimoji="0" lang="en-US" altLang="en-US" sz="1800" b="0" i="0" u="none" strike="noStrike" cap="none" normalizeH="0" baseline="0" dirty="0">
              <a:ln>
                <a:noFill/>
              </a:ln>
              <a:solidFill>
                <a:schemeClr val="tx1"/>
              </a:solidFill>
              <a:effectLst/>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cs typeface="Times New Roman" panose="02020603050405020304" pitchFamily="18" charset="0"/>
              </a:rPr>
              <a:t> Integrated low-dropout regulators (LDOs).</a:t>
            </a: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cs typeface="Times New Roman" panose="02020603050405020304" pitchFamily="18" charset="0"/>
              </a:rPr>
              <a:t> CAN and LIN transceivers for communication.</a:t>
            </a: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cs typeface="Times New Roman" panose="02020603050405020304" pitchFamily="18" charset="0"/>
              </a:rPr>
              <a:t> Multiple voltage regulators to support microcontroller and peripheral components.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cs typeface="Times New Roman" panose="02020603050405020304" pitchFamily="18" charset="0"/>
              </a:rPr>
              <a:t>Applications:</a:t>
            </a:r>
            <a:endParaRPr kumimoji="0" lang="en-US" altLang="en-US" sz="1800" b="0" i="0" u="none" strike="noStrike" cap="none" normalizeH="0" baseline="0" dirty="0">
              <a:ln>
                <a:noFill/>
              </a:ln>
              <a:solidFill>
                <a:schemeClr val="tx1"/>
              </a:solidFill>
              <a:effectLst/>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sz="1700" b="0" i="0" u="none" strike="noStrike" cap="none" normalizeH="0" baseline="0" dirty="0">
                <a:ln>
                  <a:noFill/>
                </a:ln>
                <a:solidFill>
                  <a:schemeClr val="tx1"/>
                </a:solidFill>
                <a:effectLst/>
                <a:cs typeface="Times New Roman" panose="02020603050405020304" pitchFamily="18" charset="0"/>
              </a:rPr>
              <a:t> Used in automotive ECU designs for controlling power and managing system stability.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cs typeface="Times New Roman" panose="02020603050405020304" pitchFamily="18" charset="0"/>
            </a:endParaRPr>
          </a:p>
        </p:txBody>
      </p:sp>
      <p:pic>
        <p:nvPicPr>
          <p:cNvPr id="7" name="Picture 6" descr="A close-up of a computer chip&#10;&#10;Description automatically generated">
            <a:extLst>
              <a:ext uri="{FF2B5EF4-FFF2-40B4-BE49-F238E27FC236}">
                <a16:creationId xmlns:a16="http://schemas.microsoft.com/office/drawing/2014/main" id="{92D24A67-30BB-F786-F2D9-7830885D9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2732" y="3465239"/>
            <a:ext cx="2737055" cy="1640161"/>
          </a:xfrm>
          <a:prstGeom prst="rect">
            <a:avLst/>
          </a:prstGeom>
        </p:spPr>
      </p:pic>
    </p:spTree>
    <p:extLst>
      <p:ext uri="{BB962C8B-B14F-4D97-AF65-F5344CB8AC3E}">
        <p14:creationId xmlns:p14="http://schemas.microsoft.com/office/powerpoint/2010/main" val="3837803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719E9F5B-D78E-F3FC-C052-15ACBB3B5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FEC67-448E-C9B1-7364-01088AD250AA}"/>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2. Motor Driver IC: TLE92108-232QX</a:t>
            </a:r>
          </a:p>
        </p:txBody>
      </p:sp>
      <p:sp>
        <p:nvSpPr>
          <p:cNvPr id="3" name="Rectangle 1">
            <a:extLst>
              <a:ext uri="{FF2B5EF4-FFF2-40B4-BE49-F238E27FC236}">
                <a16:creationId xmlns:a16="http://schemas.microsoft.com/office/drawing/2014/main" id="{9F13BA8F-0CBD-E4A0-1DBB-98BD2BF4A503}"/>
              </a:ext>
            </a:extLst>
          </p:cNvPr>
          <p:cNvSpPr>
            <a:spLocks noGrp="1" noChangeArrowheads="1"/>
          </p:cNvSpPr>
          <p:nvPr>
            <p:ph idx="1"/>
          </p:nvPr>
        </p:nvSpPr>
        <p:spPr bwMode="auto">
          <a:xfrm>
            <a:off x="838200" y="2443856"/>
            <a:ext cx="9199954" cy="297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1800" b="1" dirty="0">
                <a:cs typeface="Times New Roman" panose="02020603050405020304" pitchFamily="18" charset="0"/>
              </a:rPr>
              <a:t>Functionality:</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Controls the motors that adjust the seat position (forward/backward, tilt, height).</a:t>
            </a:r>
          </a:p>
          <a:p>
            <a:pPr marL="742950" lvl="1" indent="-285750">
              <a:buFont typeface="Arial" panose="020B0604020202020204" pitchFamily="34" charset="0"/>
              <a:buChar char="•"/>
            </a:pPr>
            <a:r>
              <a:rPr lang="en-US" sz="1800" dirty="0">
                <a:cs typeface="Times New Roman" panose="02020603050405020304" pitchFamily="18" charset="0"/>
              </a:rPr>
              <a:t>Provides a high level of precision for driving multiple motors simultaneously.</a:t>
            </a:r>
          </a:p>
          <a:p>
            <a:pPr>
              <a:buFont typeface="Wingdings" panose="05000000000000000000" pitchFamily="2" charset="2"/>
              <a:buChar char="Ø"/>
            </a:pPr>
            <a:r>
              <a:rPr lang="en-US" sz="1800" b="1" dirty="0">
                <a:cs typeface="Times New Roman" panose="02020603050405020304" pitchFamily="18" charset="0"/>
              </a:rPr>
              <a:t>Key Features:</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8 half-bridge outputs for driving up to 8 motors.</a:t>
            </a:r>
          </a:p>
          <a:p>
            <a:pPr marL="742950" lvl="1" indent="-285750">
              <a:buFont typeface="Arial" panose="020B0604020202020204" pitchFamily="34" charset="0"/>
              <a:buChar char="•"/>
            </a:pPr>
            <a:r>
              <a:rPr lang="en-US" sz="1800" dirty="0">
                <a:cs typeface="Times New Roman" panose="02020603050405020304" pitchFamily="18" charset="0"/>
              </a:rPr>
              <a:t>Integrated diagnostics for fault detection (overcurrent, short-circuit protection).</a:t>
            </a:r>
          </a:p>
          <a:p>
            <a:pPr marL="742950" lvl="1" indent="-285750">
              <a:buFont typeface="Arial" panose="020B0604020202020204" pitchFamily="34" charset="0"/>
              <a:buChar char="•"/>
            </a:pPr>
            <a:r>
              <a:rPr lang="en-US" sz="1800" dirty="0">
                <a:cs typeface="Times New Roman" panose="02020603050405020304" pitchFamily="18" charset="0"/>
              </a:rPr>
              <a:t>SPI interface for communication with the microcontroller.</a:t>
            </a:r>
          </a:p>
          <a:p>
            <a:pPr>
              <a:buFont typeface="Wingdings" panose="05000000000000000000" pitchFamily="2" charset="2"/>
              <a:buChar char="Ø"/>
            </a:pPr>
            <a:r>
              <a:rPr lang="en-US" sz="1800" b="1" dirty="0">
                <a:cs typeface="Times New Roman" panose="02020603050405020304" pitchFamily="18" charset="0"/>
              </a:rPr>
              <a:t>Applications:</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Ideal for controlling DC motors in seat control applications, including memory functions.</a:t>
            </a:r>
          </a:p>
        </p:txBody>
      </p:sp>
      <p:pic>
        <p:nvPicPr>
          <p:cNvPr id="6" name="Picture 5" descr="A close-up of a chip&#10;&#10;Description automatically generated">
            <a:extLst>
              <a:ext uri="{FF2B5EF4-FFF2-40B4-BE49-F238E27FC236}">
                <a16:creationId xmlns:a16="http://schemas.microsoft.com/office/drawing/2014/main" id="{D2E886E5-C8DA-93C2-3171-A063D4403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99" y="3134032"/>
            <a:ext cx="2526309" cy="1964180"/>
          </a:xfrm>
          <a:prstGeom prst="rect">
            <a:avLst/>
          </a:prstGeom>
        </p:spPr>
      </p:pic>
    </p:spTree>
    <p:extLst>
      <p:ext uri="{BB962C8B-B14F-4D97-AF65-F5344CB8AC3E}">
        <p14:creationId xmlns:p14="http://schemas.microsoft.com/office/powerpoint/2010/main" val="2456757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C909E894-DEAD-2DCA-2B40-B6647CFE1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B1E42-7742-5B93-D486-327B5887E5DC}"/>
              </a:ext>
            </a:extLst>
          </p:cNvPr>
          <p:cNvSpPr>
            <a:spLocks noGrp="1"/>
          </p:cNvSpPr>
          <p:nvPr>
            <p:ph type="title"/>
          </p:nvPr>
        </p:nvSpPr>
        <p:spPr>
          <a:xfrm>
            <a:off x="838200" y="1132041"/>
            <a:ext cx="10515600" cy="765585"/>
          </a:xfrm>
        </p:spPr>
        <p:txBody>
          <a:bodyPr>
            <a:normAutofit/>
          </a:bodyPr>
          <a:lstStyle/>
          <a:p>
            <a:r>
              <a:rPr lang="en-US" sz="28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rPr>
              <a:t>Microcontroller IC: RENESAS (R7F701686AFP-C)</a:t>
            </a:r>
            <a:endParaRPr lang="en-US" b="1" dirty="0">
              <a:latin typeface="Times New Roman" panose="02020603050405020304" pitchFamily="18" charset="0"/>
              <a:cs typeface="Times New Roman" panose="02020603050405020304" pitchFamily="18" charset="0"/>
            </a:endParaRPr>
          </a:p>
        </p:txBody>
      </p:sp>
      <p:pic>
        <p:nvPicPr>
          <p:cNvPr id="7" name="Picture 6" descr="A black square electronic device&#10;&#10;Description automatically generated">
            <a:extLst>
              <a:ext uri="{FF2B5EF4-FFF2-40B4-BE49-F238E27FC236}">
                <a16:creationId xmlns:a16="http://schemas.microsoft.com/office/drawing/2014/main" id="{5088B2BD-7A38-B481-B3FA-6B7D2D96A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4381" y="3097161"/>
            <a:ext cx="2749025" cy="2173251"/>
          </a:xfrm>
          <a:prstGeom prst="rect">
            <a:avLst/>
          </a:prstGeom>
        </p:spPr>
      </p:pic>
      <p:sp>
        <p:nvSpPr>
          <p:cNvPr id="3" name="Rectangle 1">
            <a:extLst>
              <a:ext uri="{FF2B5EF4-FFF2-40B4-BE49-F238E27FC236}">
                <a16:creationId xmlns:a16="http://schemas.microsoft.com/office/drawing/2014/main" id="{2BB569F5-C637-5CF2-5C32-637178CC4D72}"/>
              </a:ext>
            </a:extLst>
          </p:cNvPr>
          <p:cNvSpPr>
            <a:spLocks noGrp="1" noChangeArrowheads="1"/>
          </p:cNvSpPr>
          <p:nvPr>
            <p:ph idx="1"/>
          </p:nvPr>
        </p:nvSpPr>
        <p:spPr bwMode="auto">
          <a:xfrm>
            <a:off x="838200" y="2348702"/>
            <a:ext cx="10685206" cy="322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1800" b="1" dirty="0">
                <a:cs typeface="Times New Roman" panose="02020603050405020304" pitchFamily="18" charset="0"/>
              </a:rPr>
              <a:t>Functionality:</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Acts as the brain of the Seat Control ECU, processing inputs from the user interface and sensors.</a:t>
            </a:r>
          </a:p>
          <a:p>
            <a:pPr marL="742950" lvl="1" indent="-285750">
              <a:buFont typeface="Arial" panose="020B0604020202020204" pitchFamily="34" charset="0"/>
              <a:buChar char="•"/>
            </a:pPr>
            <a:r>
              <a:rPr lang="en-US" sz="1800" dirty="0">
                <a:cs typeface="Times New Roman" panose="02020603050405020304" pitchFamily="18" charset="0"/>
              </a:rPr>
              <a:t>Communicates with motor drivers, power supply IC, and high/low side drivers to control seat positioning.</a:t>
            </a:r>
          </a:p>
          <a:p>
            <a:pPr>
              <a:buFont typeface="Wingdings" panose="05000000000000000000" pitchFamily="2" charset="2"/>
              <a:buChar char="Ø"/>
            </a:pPr>
            <a:r>
              <a:rPr lang="en-US" sz="1800" b="1" dirty="0">
                <a:cs typeface="Times New Roman" panose="02020603050405020304" pitchFamily="18" charset="0"/>
              </a:rPr>
              <a:t>Key Features:</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32-bit ARM Cortex-R5 processor for real-time performance.</a:t>
            </a:r>
          </a:p>
          <a:p>
            <a:pPr marL="742950" lvl="1" indent="-285750">
              <a:buFont typeface="Arial" panose="020B0604020202020204" pitchFamily="34" charset="0"/>
              <a:buChar char="•"/>
            </a:pPr>
            <a:r>
              <a:rPr lang="en-US" sz="1800" dirty="0">
                <a:cs typeface="Times New Roman" panose="02020603050405020304" pitchFamily="18" charset="0"/>
              </a:rPr>
              <a:t>Supports CAN, LIN communication interfaces for automotive networks.</a:t>
            </a:r>
          </a:p>
          <a:p>
            <a:pPr marL="742950" lvl="1" indent="-285750">
              <a:buFont typeface="Arial" panose="020B0604020202020204" pitchFamily="34" charset="0"/>
              <a:buChar char="•"/>
            </a:pPr>
            <a:r>
              <a:rPr lang="en-US" sz="1800" dirty="0">
                <a:cs typeface="Times New Roman" panose="02020603050405020304" pitchFamily="18" charset="0"/>
              </a:rPr>
              <a:t>Multiple GPIOs, ADCs for sensor inputs and actuator control.</a:t>
            </a:r>
          </a:p>
          <a:p>
            <a:pPr>
              <a:buFont typeface="Wingdings" panose="05000000000000000000" pitchFamily="2" charset="2"/>
              <a:buChar char="Ø"/>
            </a:pPr>
            <a:r>
              <a:rPr lang="en-US" sz="1800" b="1" dirty="0">
                <a:cs typeface="Times New Roman" panose="02020603050405020304" pitchFamily="18" charset="0"/>
              </a:rPr>
              <a:t>Applications:</a:t>
            </a:r>
            <a:endParaRPr lang="en-US" sz="1800" dirty="0">
              <a:cs typeface="Times New Roman" panose="02020603050405020304" pitchFamily="18" charset="0"/>
            </a:endParaRPr>
          </a:p>
          <a:p>
            <a:pPr marL="742950" lvl="1" indent="-285750">
              <a:buFont typeface="Arial" panose="020B0604020202020204" pitchFamily="34" charset="0"/>
              <a:buChar char="•"/>
            </a:pPr>
            <a:r>
              <a:rPr lang="en-US" sz="1800" dirty="0">
                <a:cs typeface="Times New Roman" panose="02020603050405020304" pitchFamily="18" charset="0"/>
              </a:rPr>
              <a:t>Used for controlling complex automotive functions, including seat memory, diagnostics, and safety features.</a:t>
            </a:r>
          </a:p>
        </p:txBody>
      </p:sp>
    </p:spTree>
    <p:extLst>
      <p:ext uri="{BB962C8B-B14F-4D97-AF65-F5344CB8AC3E}">
        <p14:creationId xmlns:p14="http://schemas.microsoft.com/office/powerpoint/2010/main" val="759749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151E89B8-5F1C-4113-6B99-9B5D2C1B7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392CD-BDA0-D4E2-B282-96F2727FCA99}"/>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4. High Side Driver: BTS7006-1EPP and BTS70082EPAXUMA1</a:t>
            </a:r>
            <a:endParaRPr lang="en-IN" sz="2800" b="1" dirty="0">
              <a:latin typeface="Times New Roman" panose="02020603050405020304" pitchFamily="18" charset="0"/>
              <a:cs typeface="Times New Roman" panose="02020603050405020304" pitchFamily="18" charset="0"/>
            </a:endParaRPr>
          </a:p>
        </p:txBody>
      </p:sp>
      <p:pic>
        <p:nvPicPr>
          <p:cNvPr id="9" name="Picture 8" descr="A computer chip with a chip on the side&#10;&#10;Description automatically generated with medium confidence">
            <a:extLst>
              <a:ext uri="{FF2B5EF4-FFF2-40B4-BE49-F238E27FC236}">
                <a16:creationId xmlns:a16="http://schemas.microsoft.com/office/drawing/2014/main" id="{9ECD9B6D-6554-9F75-84BF-A2234C31F4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0039" y="1897626"/>
            <a:ext cx="2969384" cy="3416320"/>
          </a:xfrm>
          <a:prstGeom prst="rect">
            <a:avLst/>
          </a:prstGeom>
        </p:spPr>
      </p:pic>
      <p:sp>
        <p:nvSpPr>
          <p:cNvPr id="6" name="Rectangle 2">
            <a:extLst>
              <a:ext uri="{FF2B5EF4-FFF2-40B4-BE49-F238E27FC236}">
                <a16:creationId xmlns:a16="http://schemas.microsoft.com/office/drawing/2014/main" id="{E28575D6-D2F7-B1DC-D553-B0FB4A244F80}"/>
              </a:ext>
            </a:extLst>
          </p:cNvPr>
          <p:cNvSpPr>
            <a:spLocks noGrp="1" noChangeArrowheads="1"/>
          </p:cNvSpPr>
          <p:nvPr>
            <p:ph idx="1"/>
          </p:nvPr>
        </p:nvSpPr>
        <p:spPr bwMode="auto">
          <a:xfrm>
            <a:off x="838200" y="2204645"/>
            <a:ext cx="93914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Functionality:</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Controls the power supplied to the seat motors by switching high-side loads.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Ensures that the motors are powered safely and efficiently.</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Integrated protection features (overtemperature, short-circuit, overcurrent protection).</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Low RDS(on) for efficient power management.</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Capable of driving resistive, inductive, and capacitive loads.</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Applications:</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Used for switching high-side loads to power actuators or motors in seat control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16720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01AEE969-F8C9-7F1A-2154-553713239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D22F9-E1A2-8396-F82F-1869DFD47F88}"/>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5. Low Side Driver: BTS3011TEATMA1</a:t>
            </a:r>
            <a:endParaRPr lang="en-US" sz="6000" b="1" dirty="0">
              <a:latin typeface="Times New Roman" panose="02020603050405020304" pitchFamily="18" charset="0"/>
              <a:cs typeface="Times New Roman" panose="02020603050405020304" pitchFamily="18" charset="0"/>
            </a:endParaRPr>
          </a:p>
        </p:txBody>
      </p:sp>
      <p:pic>
        <p:nvPicPr>
          <p:cNvPr id="9" name="Picture 8" descr="A close-up of a black and white electronic device&#10;&#10;Description automatically generated">
            <a:extLst>
              <a:ext uri="{FF2B5EF4-FFF2-40B4-BE49-F238E27FC236}">
                <a16:creationId xmlns:a16="http://schemas.microsoft.com/office/drawing/2014/main" id="{B6EE42F9-9947-2861-256C-3C3773D5D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8117" y="2389238"/>
            <a:ext cx="3130158" cy="2959511"/>
          </a:xfrm>
          <a:prstGeom prst="rect">
            <a:avLst/>
          </a:prstGeom>
        </p:spPr>
      </p:pic>
      <p:sp>
        <p:nvSpPr>
          <p:cNvPr id="6" name="Rectangle 2">
            <a:extLst>
              <a:ext uri="{FF2B5EF4-FFF2-40B4-BE49-F238E27FC236}">
                <a16:creationId xmlns:a16="http://schemas.microsoft.com/office/drawing/2014/main" id="{C012DF87-006D-3687-DBEA-B10B1297704A}"/>
              </a:ext>
            </a:extLst>
          </p:cNvPr>
          <p:cNvSpPr>
            <a:spLocks noGrp="1" noChangeArrowheads="1"/>
          </p:cNvSpPr>
          <p:nvPr>
            <p:ph idx="1"/>
          </p:nvPr>
        </p:nvSpPr>
        <p:spPr bwMode="auto">
          <a:xfrm>
            <a:off x="838200" y="2293135"/>
            <a:ext cx="1056052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Functionality:</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Provides control over the ground path of the seat control motors.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Complements the high-side driver for full H-bridge control of DC motors.</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Overtemperature and overcurrent protection.</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Low RDS(on) for minimal power loss.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Capable of controlling resistive, inductive, and capacitive loads.</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rPr>
              <a:t>Applications:</a:t>
            </a:r>
            <a:endParaRPr kumimoji="0" lang="en-US" altLang="en-US" sz="1800"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rPr>
              <a:t> Used in combination with high-side drivers to provide full motor control in seat adjustment mechanisms.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6E9B1D97-1F29-FF12-720A-48752966B0CE}"/>
              </a:ext>
            </a:extLst>
          </p:cNvPr>
          <p:cNvSpPr txBox="1"/>
          <p:nvPr/>
        </p:nvSpPr>
        <p:spPr>
          <a:xfrm>
            <a:off x="9468465" y="318565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84582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6B642950-D033-9C42-5E0B-239C2211D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1810F-4E75-8CC0-6BCA-A7A7F86BF085}"/>
              </a:ext>
            </a:extLst>
          </p:cNvPr>
          <p:cNvSpPr>
            <a:spLocks noGrp="1"/>
          </p:cNvSpPr>
          <p:nvPr>
            <p:ph type="title"/>
          </p:nvPr>
        </p:nvSpPr>
        <p:spPr>
          <a:xfrm>
            <a:off x="838200" y="1132041"/>
            <a:ext cx="10515600" cy="765585"/>
          </a:xfrm>
        </p:spPr>
        <p:txBody>
          <a:bodyPr>
            <a:normAutofit/>
          </a:bodyPr>
          <a:lstStyle/>
          <a:p>
            <a:r>
              <a:rPr lang="en-US" sz="2800" b="1" dirty="0">
                <a:latin typeface="Times New Roman" panose="02020603050405020304" pitchFamily="18" charset="0"/>
                <a:cs typeface="Times New Roman" panose="02020603050405020304" pitchFamily="18" charset="0"/>
              </a:rPr>
              <a:t>Real-World Examples</a:t>
            </a:r>
            <a:endParaRPr lang="en-US" sz="13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C1A6637-22A0-AC33-CC5A-7F9DD6B2B06E}"/>
              </a:ext>
            </a:extLst>
          </p:cNvPr>
          <p:cNvSpPr txBox="1"/>
          <p:nvPr/>
        </p:nvSpPr>
        <p:spPr>
          <a:xfrm>
            <a:off x="9468465" y="3185652"/>
            <a:ext cx="184731" cy="369332"/>
          </a:xfrm>
          <a:prstGeom prst="rect">
            <a:avLst/>
          </a:prstGeom>
          <a:noFill/>
        </p:spPr>
        <p:txBody>
          <a:bodyPr wrap="none" rtlCol="0">
            <a:spAutoFit/>
          </a:bodyPr>
          <a:lstStyle/>
          <a:p>
            <a:endParaRPr lang="en-US" dirty="0"/>
          </a:p>
        </p:txBody>
      </p:sp>
      <p:graphicFrame>
        <p:nvGraphicFramePr>
          <p:cNvPr id="10" name="Rectangle 3">
            <a:extLst>
              <a:ext uri="{FF2B5EF4-FFF2-40B4-BE49-F238E27FC236}">
                <a16:creationId xmlns:a16="http://schemas.microsoft.com/office/drawing/2014/main" id="{84BB21FF-9E1A-259A-6A87-44EFC169F91C}"/>
              </a:ext>
            </a:extLst>
          </p:cNvPr>
          <p:cNvGraphicFramePr>
            <a:graphicFrameLocks noGrp="1"/>
          </p:cNvGraphicFramePr>
          <p:nvPr>
            <p:ph idx="1"/>
            <p:extLst>
              <p:ext uri="{D42A27DB-BD31-4B8C-83A1-F6EECF244321}">
                <p14:modId xmlns:p14="http://schemas.microsoft.com/office/powerpoint/2010/main" val="1735543229"/>
              </p:ext>
            </p:extLst>
          </p:nvPr>
        </p:nvGraphicFramePr>
        <p:xfrm>
          <a:off x="838200" y="2043335"/>
          <a:ext cx="10036277" cy="3170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0820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249455C5-B7B8-4CE5-3574-A647A1923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388D6-188E-61FD-ABC6-84B063927F24}"/>
              </a:ext>
            </a:extLst>
          </p:cNvPr>
          <p:cNvSpPr>
            <a:spLocks noGrp="1"/>
          </p:cNvSpPr>
          <p:nvPr>
            <p:ph type="title"/>
          </p:nvPr>
        </p:nvSpPr>
        <p:spPr>
          <a:xfrm>
            <a:off x="838200" y="1132041"/>
            <a:ext cx="10515600" cy="765585"/>
          </a:xfrm>
        </p:spPr>
        <p:txBody>
          <a:bodyPr>
            <a:noAutofit/>
          </a:bodyPr>
          <a:lstStyle/>
          <a:p>
            <a:r>
              <a:rPr lang="en-US" sz="28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C31FDE00-5D27-2627-3437-CB6ED40295BD}"/>
              </a:ext>
            </a:extLst>
          </p:cNvPr>
          <p:cNvSpPr txBox="1"/>
          <p:nvPr/>
        </p:nvSpPr>
        <p:spPr>
          <a:xfrm>
            <a:off x="9468465" y="3185652"/>
            <a:ext cx="184731" cy="369332"/>
          </a:xfrm>
          <a:prstGeom prst="rect">
            <a:avLst/>
          </a:prstGeom>
          <a:noFill/>
        </p:spPr>
        <p:txBody>
          <a:bodyPr wrap="none" rtlCol="0">
            <a:spAutoFit/>
          </a:bodyPr>
          <a:lstStyle/>
          <a:p>
            <a:endParaRPr lang="en-US" dirty="0"/>
          </a:p>
        </p:txBody>
      </p:sp>
      <p:sp>
        <p:nvSpPr>
          <p:cNvPr id="8" name="Rectangle 3">
            <a:extLst>
              <a:ext uri="{FF2B5EF4-FFF2-40B4-BE49-F238E27FC236}">
                <a16:creationId xmlns:a16="http://schemas.microsoft.com/office/drawing/2014/main" id="{A5992DDB-E61C-6A11-7905-8D8034340BC2}"/>
              </a:ext>
            </a:extLst>
          </p:cNvPr>
          <p:cNvSpPr>
            <a:spLocks noGrp="1" noChangeArrowheads="1"/>
          </p:cNvSpPr>
          <p:nvPr>
            <p:ph idx="1"/>
          </p:nvPr>
        </p:nvSpPr>
        <p:spPr bwMode="auto">
          <a:xfrm>
            <a:off x="1077861" y="1897626"/>
            <a:ext cx="10036277" cy="3549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US" sz="1800" dirty="0"/>
              <a:t>The </a:t>
            </a:r>
            <a:r>
              <a:rPr lang="en-US" sz="1800" b="1" dirty="0"/>
              <a:t>Seat ECU</a:t>
            </a:r>
            <a:r>
              <a:rPr lang="en-US" sz="1800" dirty="0"/>
              <a:t> is a critical component in modern vehicles, managing essential functions like seat positioning, lumbar support, heating, and memory settings. It allows for precise, customizable adjustments, which enhance comfort and reduce driver fatigue, particularly during long drives. In premium vehicles, it offers advanced features like massage and climate control, while in basic models, it provides fundamental electronic adjustments.</a:t>
            </a:r>
          </a:p>
          <a:p>
            <a:pPr marL="0" indent="0">
              <a:lnSpc>
                <a:spcPct val="100000"/>
              </a:lnSpc>
              <a:buNone/>
            </a:pPr>
            <a:endParaRPr lang="en-US" sz="1800" dirty="0"/>
          </a:p>
          <a:p>
            <a:pPr>
              <a:lnSpc>
                <a:spcPct val="100000"/>
              </a:lnSpc>
            </a:pPr>
            <a:r>
              <a:rPr lang="en-US" sz="1800" dirty="0"/>
              <a:t>The </a:t>
            </a:r>
            <a:r>
              <a:rPr lang="en-US" sz="1800" b="1" dirty="0"/>
              <a:t>importance of the Seat ECU</a:t>
            </a:r>
            <a:r>
              <a:rPr lang="en-US" sz="1800" dirty="0"/>
              <a:t> lies in its ability to improve the overall </a:t>
            </a:r>
            <a:r>
              <a:rPr lang="en-US" sz="1800" b="1" dirty="0"/>
              <a:t>user experience</a:t>
            </a:r>
            <a:r>
              <a:rPr lang="en-US" sz="1800" dirty="0"/>
              <a:t>, ensuring comfort and personalization, while also playing a key role in </a:t>
            </a:r>
            <a:r>
              <a:rPr lang="en-US" sz="1800" b="1" dirty="0"/>
              <a:t>vehicle safety</a:t>
            </a:r>
            <a:r>
              <a:rPr lang="en-US" sz="1800" dirty="0"/>
              <a:t> by integrating with ADAS for automatic adjustments in critical situations. Its ability to adapt to various driving conditions and user preferences makes it a vital part of modern automotive design.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9993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6A13C8F6-9010-F294-B899-76C87093D5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CEE1BD-8514-2A11-7E4F-60F14797DB05}"/>
              </a:ext>
            </a:extLst>
          </p:cNvPr>
          <p:cNvSpPr>
            <a:spLocks noGrp="1"/>
          </p:cNvSpPr>
          <p:nvPr>
            <p:ph type="title"/>
          </p:nvPr>
        </p:nvSpPr>
        <p:spPr>
          <a:xfrm>
            <a:off x="838200" y="2601528"/>
            <a:ext cx="10515600" cy="1325563"/>
          </a:xfrm>
        </p:spPr>
        <p:txBody>
          <a:bodyPr>
            <a:normAutofit/>
          </a:bodyPr>
          <a:lstStyle/>
          <a:p>
            <a:pPr algn="ctr"/>
            <a:r>
              <a:rPr lang="en-US" sz="4800" b="1" dirty="0">
                <a:solidFill>
                  <a:srgbClr val="273C5B"/>
                </a:solidFill>
                <a:latin typeface="Times New Roman" panose="02020603050405020304" pitchFamily="18" charset="0"/>
                <a:cs typeface="Times New Roman" panose="02020603050405020304" pitchFamily="18" charset="0"/>
              </a:rPr>
              <a:t>Thank You !!</a:t>
            </a:r>
          </a:p>
        </p:txBody>
      </p:sp>
      <p:sp>
        <p:nvSpPr>
          <p:cNvPr id="7" name="TextBox 6">
            <a:extLst>
              <a:ext uri="{FF2B5EF4-FFF2-40B4-BE49-F238E27FC236}">
                <a16:creationId xmlns:a16="http://schemas.microsoft.com/office/drawing/2014/main" id="{6D9F5773-02EB-9523-FC1A-EF992332DAF1}"/>
              </a:ext>
            </a:extLst>
          </p:cNvPr>
          <p:cNvSpPr txBox="1"/>
          <p:nvPr/>
        </p:nvSpPr>
        <p:spPr>
          <a:xfrm>
            <a:off x="9468465" y="318565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12425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885</Words>
  <Application>Microsoft Office PowerPoint</Application>
  <PresentationFormat>Widescreen</PresentationFormat>
  <Paragraphs>88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SEAT ELECTRONIC    CONTROL UNIT</vt:lpstr>
      <vt:lpstr>INTRODUCTION</vt:lpstr>
      <vt:lpstr>PowerPoint Presentation</vt:lpstr>
      <vt:lpstr>SYSTEM OVERVIEW</vt:lpstr>
      <vt:lpstr>ARCHITECTURE</vt:lpstr>
      <vt:lpstr>1. System Base Chip IC: TLE92633BQXV33XUMA2</vt:lpstr>
      <vt:lpstr>2. Motor Driver IC: TLE92108-232QX</vt:lpstr>
      <vt:lpstr>3. Microcontroller IC: RENESAS (R7F701686AFP-C)</vt:lpstr>
      <vt:lpstr>4. High Side Driver: BTS7006-1EPP and BTS70082EPAXUMA1</vt:lpstr>
      <vt:lpstr>5. Low Side Driver: BTS3011TEATMA1</vt:lpstr>
      <vt:lpstr>Real-World Examples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Nirbhay Khande</dc:creator>
  <cp:lastModifiedBy>Tejas Desale</cp:lastModifiedBy>
  <cp:revision>8</cp:revision>
  <dcterms:created xsi:type="dcterms:W3CDTF">2024-04-02T05:04:11Z</dcterms:created>
  <dcterms:modified xsi:type="dcterms:W3CDTF">2024-11-10T18:46:53Z</dcterms:modified>
</cp:coreProperties>
</file>